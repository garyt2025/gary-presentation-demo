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7" r:id="rId5"/>
    <p:sldId id="268" r:id="rId6"/>
    <p:sldId id="269" r:id="rId7"/>
    <p:sldId id="259" r:id="rId8"/>
    <p:sldId id="267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AE9D"/>
    <a:srgbClr val="3F3A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58B73F-862E-44DC-9BE6-55C75F3F6A6A}" v="1" dt="2026-05-05T07:07:14.2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72"/>
    <p:restoredTop sz="94694"/>
  </p:normalViewPr>
  <p:slideViewPr>
    <p:cSldViewPr snapToGrid="0">
      <p:cViewPr varScale="1">
        <p:scale>
          <a:sx n="90" d="100"/>
          <a:sy n="90" d="100"/>
        </p:scale>
        <p:origin x="13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ry Tzeng 曾文信" userId="18fa261b-e0a3-457f-88f3-8cbfc1987e02" providerId="ADAL" clId="{66CF6D41-D14F-4EEB-8B29-A021982464CE}"/>
    <pc:docChg chg="undo custSel modSld">
      <pc:chgData name="Gary Tzeng 曾文信" userId="18fa261b-e0a3-457f-88f3-8cbfc1987e02" providerId="ADAL" clId="{66CF6D41-D14F-4EEB-8B29-A021982464CE}" dt="2026-05-05T07:07:54.234" v="19" actId="255"/>
      <pc:docMkLst>
        <pc:docMk/>
      </pc:docMkLst>
      <pc:sldChg chg="modSp mod">
        <pc:chgData name="Gary Tzeng 曾文信" userId="18fa261b-e0a3-457f-88f3-8cbfc1987e02" providerId="ADAL" clId="{66CF6D41-D14F-4EEB-8B29-A021982464CE}" dt="2026-05-05T07:07:54.234" v="19" actId="255"/>
        <pc:sldMkLst>
          <pc:docMk/>
          <pc:sldMk cId="116351839" sldId="257"/>
        </pc:sldMkLst>
        <pc:spChg chg="mod">
          <ac:chgData name="Gary Tzeng 曾文信" userId="18fa261b-e0a3-457f-88f3-8cbfc1987e02" providerId="ADAL" clId="{66CF6D41-D14F-4EEB-8B29-A021982464CE}" dt="2026-05-05T07:07:54.234" v="19" actId="255"/>
          <ac:spMkLst>
            <pc:docMk/>
            <pc:sldMk cId="116351839" sldId="257"/>
            <ac:spMk id="2" creationId="{0612CF10-D3B5-E3F6-0394-2C47BDE38F0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C4769489-7550-9B17-E630-AF5D0A88D91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915" y="2350491"/>
            <a:ext cx="12195429" cy="4005859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D15DF815-5EA9-081C-7A8B-B02959ECE9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187" y="2350491"/>
            <a:ext cx="8007869" cy="911620"/>
          </a:xfrm>
          <a:prstGeom prst="rect">
            <a:avLst/>
          </a:prstGeom>
        </p:spPr>
        <p:txBody>
          <a:bodyPr anchor="t"/>
          <a:lstStyle>
            <a:lvl1pPr algn="l">
              <a:defRPr sz="4800" b="1">
                <a:solidFill>
                  <a:srgbClr val="3F3A3A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4668C1B-B0A6-0800-632D-876D9CCF8D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1187" y="3386476"/>
            <a:ext cx="7623821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3F3A3A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 dirty="0"/>
              <a:t>按一下以編輯母片子標題樣式</a:t>
            </a:r>
          </a:p>
        </p:txBody>
      </p:sp>
      <p:pic>
        <p:nvPicPr>
          <p:cNvPr id="4" name="圖片 3" descr="一張含有 字型, 標誌, 圖形, 文字 的圖片&#10;&#10;自動產生的描述">
            <a:extLst>
              <a:ext uri="{FF2B5EF4-FFF2-40B4-BE49-F238E27FC236}">
                <a16:creationId xmlns:a16="http://schemas.microsoft.com/office/drawing/2014/main" id="{C9128660-BE1D-796A-157D-683A2FB728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1185" y="501646"/>
            <a:ext cx="2724290" cy="85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843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1330A977-BEDB-9ACB-9D1B-BDFA12E819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8352" y="6432063"/>
            <a:ext cx="11213648" cy="425938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C88AEAC-14DD-33D3-1946-6FAC2543AC81}"/>
              </a:ext>
            </a:extLst>
          </p:cNvPr>
          <p:cNvSpPr txBox="1"/>
          <p:nvPr userDrawn="1"/>
        </p:nvSpPr>
        <p:spPr>
          <a:xfrm>
            <a:off x="436189" y="439837"/>
            <a:ext cx="24785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5400" b="1" kern="1200" noProof="0" dirty="0">
                <a:solidFill>
                  <a:srgbClr val="29AE9D"/>
                </a:solidFill>
                <a:latin typeface="Mukta Regular" panose="020B0000000000000000" pitchFamily="34" charset="0"/>
                <a:ea typeface="Noto Sans CJK TC Regular" panose="020B0500000000000000" pitchFamily="34" charset="-128"/>
                <a:cs typeface="Mukta Regular" panose="020B0000000000000000" pitchFamily="34" charset="0"/>
              </a:rPr>
              <a:t>Agenda</a:t>
            </a:r>
            <a:endParaRPr kumimoji="1" lang="zh-TW" altLang="en-US" sz="5400" b="1" kern="1200" dirty="0">
              <a:solidFill>
                <a:srgbClr val="29AE9D"/>
              </a:solidFill>
              <a:latin typeface="Mukta Regular" panose="020B0000000000000000" pitchFamily="34" charset="0"/>
              <a:ea typeface="Noto Sans CJK TC Regular" panose="020B0500000000000000" pitchFamily="34" charset="-128"/>
              <a:cs typeface="Mukta Regular" panose="020B0000000000000000" pitchFamily="34" charset="0"/>
            </a:endParaRPr>
          </a:p>
        </p:txBody>
      </p:sp>
      <p:sp>
        <p:nvSpPr>
          <p:cNvPr id="41" name="內容版面配置區 40">
            <a:extLst>
              <a:ext uri="{FF2B5EF4-FFF2-40B4-BE49-F238E27FC236}">
                <a16:creationId xmlns:a16="http://schemas.microsoft.com/office/drawing/2014/main" id="{4ABE87E5-D7CA-E07F-14AE-0193030E568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813266" y="2648351"/>
            <a:ext cx="3068679" cy="53071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pPr lvl="0"/>
            <a:r>
              <a:rPr kumimoji="1" lang="zh-TW" altLang="en-US" dirty="0"/>
              <a:t>編輯母片文字樣式</a:t>
            </a:r>
          </a:p>
        </p:txBody>
      </p:sp>
      <p:sp>
        <p:nvSpPr>
          <p:cNvPr id="46" name="內容版面配置區 45">
            <a:extLst>
              <a:ext uri="{FF2B5EF4-FFF2-40B4-BE49-F238E27FC236}">
                <a16:creationId xmlns:a16="http://schemas.microsoft.com/office/drawing/2014/main" id="{896EDCE7-92CB-7404-8737-893542995F1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787629" y="2545952"/>
            <a:ext cx="864156" cy="735514"/>
          </a:xfrm>
          <a:prstGeom prst="parallelogram">
            <a:avLst/>
          </a:prstGeom>
          <a:solidFill>
            <a:srgbClr val="29AE9D"/>
          </a:solidFill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pPr lvl="0"/>
            <a:r>
              <a:rPr kumimoji="1" lang="zh-TW" altLang="en-US" dirty="0"/>
              <a:t>輸入編號</a:t>
            </a:r>
          </a:p>
        </p:txBody>
      </p:sp>
      <p:sp>
        <p:nvSpPr>
          <p:cNvPr id="47" name="內容版面配置區 40">
            <a:extLst>
              <a:ext uri="{FF2B5EF4-FFF2-40B4-BE49-F238E27FC236}">
                <a16:creationId xmlns:a16="http://schemas.microsoft.com/office/drawing/2014/main" id="{88AFF716-E14D-C4F2-C01E-B03AE92E83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501141" y="2648351"/>
            <a:ext cx="3068679" cy="53071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pPr lvl="0"/>
            <a:r>
              <a:rPr kumimoji="1" lang="zh-TW" altLang="en-US" dirty="0"/>
              <a:t>編輯母片文字樣式</a:t>
            </a:r>
          </a:p>
        </p:txBody>
      </p:sp>
      <p:sp>
        <p:nvSpPr>
          <p:cNvPr id="48" name="內容版面配置區 45">
            <a:extLst>
              <a:ext uri="{FF2B5EF4-FFF2-40B4-BE49-F238E27FC236}">
                <a16:creationId xmlns:a16="http://schemas.microsoft.com/office/drawing/2014/main" id="{30DEDB5C-C1A0-B676-902D-8A2BA6F2ECB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475504" y="2545952"/>
            <a:ext cx="864156" cy="735514"/>
          </a:xfrm>
          <a:prstGeom prst="parallelogram">
            <a:avLst/>
          </a:prstGeom>
          <a:solidFill>
            <a:srgbClr val="29AE9D"/>
          </a:solidFill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pPr lvl="0"/>
            <a:r>
              <a:rPr kumimoji="1" lang="zh-TW" altLang="en-US" dirty="0"/>
              <a:t>輸入編號</a:t>
            </a:r>
          </a:p>
        </p:txBody>
      </p:sp>
      <p:sp>
        <p:nvSpPr>
          <p:cNvPr id="49" name="內容版面配置區 40">
            <a:extLst>
              <a:ext uri="{FF2B5EF4-FFF2-40B4-BE49-F238E27FC236}">
                <a16:creationId xmlns:a16="http://schemas.microsoft.com/office/drawing/2014/main" id="{C68F3C21-0AB4-9FA9-A287-063BFF45DBC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813266" y="3817394"/>
            <a:ext cx="3068679" cy="53071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pPr lvl="0"/>
            <a:r>
              <a:rPr kumimoji="1" lang="zh-TW" altLang="en-US" dirty="0"/>
              <a:t>編輯母片文字樣式</a:t>
            </a:r>
          </a:p>
        </p:txBody>
      </p:sp>
      <p:sp>
        <p:nvSpPr>
          <p:cNvPr id="50" name="內容版面配置區 45">
            <a:extLst>
              <a:ext uri="{FF2B5EF4-FFF2-40B4-BE49-F238E27FC236}">
                <a16:creationId xmlns:a16="http://schemas.microsoft.com/office/drawing/2014/main" id="{3541B227-614B-9AE0-54D4-F646795663AC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787629" y="3714995"/>
            <a:ext cx="864156" cy="735514"/>
          </a:xfrm>
          <a:prstGeom prst="parallelogram">
            <a:avLst/>
          </a:prstGeom>
          <a:solidFill>
            <a:srgbClr val="29AE9D"/>
          </a:solidFill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pPr lvl="0"/>
            <a:r>
              <a:rPr kumimoji="1" lang="zh-TW" altLang="en-US" dirty="0"/>
              <a:t>輸入編號</a:t>
            </a:r>
          </a:p>
        </p:txBody>
      </p:sp>
      <p:sp>
        <p:nvSpPr>
          <p:cNvPr id="51" name="內容版面配置區 40">
            <a:extLst>
              <a:ext uri="{FF2B5EF4-FFF2-40B4-BE49-F238E27FC236}">
                <a16:creationId xmlns:a16="http://schemas.microsoft.com/office/drawing/2014/main" id="{DE866EA1-8734-C59C-6493-DC88BD5B4C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501141" y="3817394"/>
            <a:ext cx="3068679" cy="53071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pPr lvl="0"/>
            <a:r>
              <a:rPr kumimoji="1" lang="zh-TW" altLang="en-US" dirty="0"/>
              <a:t>編輯母片文字樣式</a:t>
            </a:r>
          </a:p>
        </p:txBody>
      </p:sp>
      <p:sp>
        <p:nvSpPr>
          <p:cNvPr id="52" name="內容版面配置區 45">
            <a:extLst>
              <a:ext uri="{FF2B5EF4-FFF2-40B4-BE49-F238E27FC236}">
                <a16:creationId xmlns:a16="http://schemas.microsoft.com/office/drawing/2014/main" id="{60C0B60A-5A81-4849-350D-9E3249309E9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7475504" y="3714995"/>
            <a:ext cx="864156" cy="735514"/>
          </a:xfrm>
          <a:prstGeom prst="parallelogram">
            <a:avLst/>
          </a:prstGeom>
          <a:solidFill>
            <a:srgbClr val="29AE9D"/>
          </a:solidFill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pPr lvl="0"/>
            <a:r>
              <a:rPr kumimoji="1" lang="zh-TW" altLang="en-US" dirty="0"/>
              <a:t>輸入編號</a:t>
            </a:r>
          </a:p>
        </p:txBody>
      </p:sp>
      <p:sp>
        <p:nvSpPr>
          <p:cNvPr id="53" name="內容版面配置區 40">
            <a:extLst>
              <a:ext uri="{FF2B5EF4-FFF2-40B4-BE49-F238E27FC236}">
                <a16:creationId xmlns:a16="http://schemas.microsoft.com/office/drawing/2014/main" id="{716CBCAF-7AB0-AE70-0AE2-FB4867BFFDE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813266" y="4870690"/>
            <a:ext cx="3068679" cy="53071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pPr lvl="0"/>
            <a:r>
              <a:rPr kumimoji="1" lang="zh-TW" altLang="en-US" dirty="0"/>
              <a:t>編輯母片文字樣式</a:t>
            </a:r>
          </a:p>
        </p:txBody>
      </p:sp>
      <p:sp>
        <p:nvSpPr>
          <p:cNvPr id="54" name="內容版面配置區 45">
            <a:extLst>
              <a:ext uri="{FF2B5EF4-FFF2-40B4-BE49-F238E27FC236}">
                <a16:creationId xmlns:a16="http://schemas.microsoft.com/office/drawing/2014/main" id="{52146E8B-CA29-C208-8B26-03B8CB51E6B4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2787629" y="4768291"/>
            <a:ext cx="864156" cy="735514"/>
          </a:xfrm>
          <a:prstGeom prst="parallelogram">
            <a:avLst/>
          </a:prstGeom>
          <a:solidFill>
            <a:srgbClr val="29AE9D"/>
          </a:solidFill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pPr lvl="0"/>
            <a:r>
              <a:rPr kumimoji="1" lang="zh-TW" altLang="en-US" dirty="0"/>
              <a:t>輸入編號</a:t>
            </a:r>
          </a:p>
        </p:txBody>
      </p:sp>
      <p:sp>
        <p:nvSpPr>
          <p:cNvPr id="55" name="內容版面配置區 40">
            <a:extLst>
              <a:ext uri="{FF2B5EF4-FFF2-40B4-BE49-F238E27FC236}">
                <a16:creationId xmlns:a16="http://schemas.microsoft.com/office/drawing/2014/main" id="{B6F4EE77-17F2-77C4-8EFD-C6514337F56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501141" y="4870690"/>
            <a:ext cx="3068679" cy="53071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pPr lvl="0"/>
            <a:r>
              <a:rPr kumimoji="1" lang="zh-TW" altLang="en-US" dirty="0"/>
              <a:t>編輯母片文字樣式</a:t>
            </a:r>
          </a:p>
        </p:txBody>
      </p:sp>
      <p:sp>
        <p:nvSpPr>
          <p:cNvPr id="56" name="內容版面配置區 45">
            <a:extLst>
              <a:ext uri="{FF2B5EF4-FFF2-40B4-BE49-F238E27FC236}">
                <a16:creationId xmlns:a16="http://schemas.microsoft.com/office/drawing/2014/main" id="{972BB3CA-65BF-B1E9-B605-D435180A2FAA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7475504" y="4768291"/>
            <a:ext cx="864156" cy="735514"/>
          </a:xfrm>
          <a:prstGeom prst="parallelogram">
            <a:avLst/>
          </a:prstGeom>
          <a:solidFill>
            <a:srgbClr val="29AE9D"/>
          </a:solidFill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pPr lvl="0"/>
            <a:r>
              <a:rPr kumimoji="1" lang="zh-TW" altLang="en-US" dirty="0"/>
              <a:t>輸入編號</a:t>
            </a:r>
          </a:p>
        </p:txBody>
      </p:sp>
    </p:spTree>
    <p:extLst>
      <p:ext uri="{BB962C8B-B14F-4D97-AF65-F5344CB8AC3E}">
        <p14:creationId xmlns:p14="http://schemas.microsoft.com/office/powerpoint/2010/main" val="204185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0FF21B-257A-30C3-F6C9-15FF0A11E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21" y="451779"/>
            <a:ext cx="11054279" cy="636358"/>
          </a:xfrm>
          <a:prstGeom prst="rect">
            <a:avLst/>
          </a:prstGeom>
        </p:spPr>
        <p:txBody>
          <a:bodyPr anchor="t"/>
          <a:lstStyle>
            <a:lvl1pPr>
              <a:defRPr kumimoji="1" lang="zh-TW" altLang="en-US" sz="2800" b="1" dirty="0">
                <a:solidFill>
                  <a:srgbClr val="29AE9D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pPr marL="0" lvl="0"/>
            <a:r>
              <a:rPr lang="zh-TW" altLang="en-US" dirty="0"/>
              <a:t>按一下以編輯母片標題樣式</a:t>
            </a: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DDF37083-8377-6300-8A81-3223D42F8B1B}"/>
              </a:ext>
            </a:extLst>
          </p:cNvPr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31750">
            <a:solidFill>
              <a:srgbClr val="29AE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字方塊 3">
            <a:extLst>
              <a:ext uri="{FF2B5EF4-FFF2-40B4-BE49-F238E27FC236}">
                <a16:creationId xmlns:a16="http://schemas.microsoft.com/office/drawing/2014/main" id="{56311DDA-01D0-5E55-4424-AF8C15A48EB9}"/>
              </a:ext>
            </a:extLst>
          </p:cNvPr>
          <p:cNvSpPr txBox="1"/>
          <p:nvPr userDrawn="1"/>
        </p:nvSpPr>
        <p:spPr>
          <a:xfrm>
            <a:off x="132009" y="6488668"/>
            <a:ext cx="61110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dirty="0"/>
              <a:t>Facilitating Control Innovation</a:t>
            </a:r>
          </a:p>
        </p:txBody>
      </p:sp>
      <p:sp>
        <p:nvSpPr>
          <p:cNvPr id="5" name="投影片編號版面配置區 8">
            <a:extLst>
              <a:ext uri="{FF2B5EF4-FFF2-40B4-BE49-F238E27FC236}">
                <a16:creationId xmlns:a16="http://schemas.microsoft.com/office/drawing/2014/main" id="{9CB48781-BBB4-CFDB-0732-FA3899AC3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21148" y="6478074"/>
            <a:ext cx="2267107" cy="365125"/>
          </a:xfrm>
          <a:prstGeom prst="rect">
            <a:avLst/>
          </a:prstGeom>
        </p:spPr>
        <p:txBody>
          <a:bodyPr/>
          <a:lstStyle/>
          <a:p>
            <a:fld id="{296995A3-51C5-3745-9E63-D6C011083F1B}" type="slidenum">
              <a:rPr kumimoji="1" lang="zh-TW" altLang="en-US" smtClean="0"/>
              <a:t>‹#›</a:t>
            </a:fld>
            <a:endParaRPr kumimoji="1"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B65CE50E-B227-577F-61FF-06DD22D6111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8368" y="1307592"/>
            <a:ext cx="10695432" cy="4562983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  <a:lvl2pPr marL="685800" indent="-228600">
              <a:buFont typeface="Calibri" panose="020F0502020204030204" pitchFamily="34" charset="0"/>
              <a:buChar char="-"/>
              <a:defRPr baseline="0">
                <a:latin typeface="Calibri" panose="020F0502020204030204" pitchFamily="34" charset="0"/>
                <a:ea typeface="微軟正黑體" panose="020B0604030504040204" pitchFamily="34" charset="-120"/>
              </a:defRPr>
            </a:lvl2pPr>
            <a:lvl3pPr marL="1143000" indent="-228600">
              <a:buSzPct val="60000"/>
              <a:buFont typeface="Wingdings" panose="05000000000000000000" pitchFamily="2" charset="2"/>
              <a:buChar char="u"/>
              <a:defRPr sz="2000" baseline="0">
                <a:latin typeface="Calibri" panose="020F0502020204030204" pitchFamily="34" charset="0"/>
                <a:ea typeface="微軟正黑體" panose="020B0604030504040204" pitchFamily="34" charset="-120"/>
              </a:defRPr>
            </a:lvl3pPr>
            <a:lvl4pPr>
              <a:defRPr sz="2000" baseline="0">
                <a:latin typeface="Calibri" panose="020F0502020204030204" pitchFamily="34" charset="0"/>
                <a:ea typeface="微軟正黑體" panose="020B0604030504040204" pitchFamily="34" charset="-120"/>
              </a:defRPr>
            </a:lvl4pPr>
            <a:lvl5pPr>
              <a:defRPr sz="2000" baseline="0">
                <a:latin typeface="Calibri" panose="020F050202020403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175703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E392F738-8D03-45EF-D78E-A9FB879AE0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1476" y="0"/>
            <a:ext cx="3318933" cy="6858000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2CE1364E-5C19-FA91-77AF-4F01587B2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1187" y="587006"/>
            <a:ext cx="6645413" cy="911620"/>
          </a:xfrm>
          <a:prstGeom prst="rect">
            <a:avLst/>
          </a:prstGeom>
        </p:spPr>
        <p:txBody>
          <a:bodyPr anchor="t"/>
          <a:lstStyle>
            <a:lvl1pPr algn="l">
              <a:defRPr sz="4800" b="1">
                <a:solidFill>
                  <a:srgbClr val="3F3A3A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r>
              <a:rPr kumimoji="1" lang="zh-TW" altLang="en-US" dirty="0"/>
              <a:t>分隔頁主標題</a:t>
            </a:r>
          </a:p>
        </p:txBody>
      </p:sp>
      <p:sp>
        <p:nvSpPr>
          <p:cNvPr id="9" name="副標題 2">
            <a:extLst>
              <a:ext uri="{FF2B5EF4-FFF2-40B4-BE49-F238E27FC236}">
                <a16:creationId xmlns:a16="http://schemas.microsoft.com/office/drawing/2014/main" id="{823497FD-7FCD-C2FE-0631-9FCAA1CB38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1187" y="1622991"/>
            <a:ext cx="6326707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3F3A3A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 dirty="0"/>
              <a:t>分隔頁副標題</a:t>
            </a:r>
          </a:p>
        </p:txBody>
      </p:sp>
    </p:spTree>
    <p:extLst>
      <p:ext uri="{BB962C8B-B14F-4D97-AF65-F5344CB8AC3E}">
        <p14:creationId xmlns:p14="http://schemas.microsoft.com/office/powerpoint/2010/main" val="1073895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節標題">
    <p:bg>
      <p:bgPr>
        <a:solidFill>
          <a:srgbClr val="29AE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CE1364E-5C19-FA91-77AF-4F01587B2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1187" y="587006"/>
            <a:ext cx="6645413" cy="911620"/>
          </a:xfrm>
          <a:prstGeom prst="rect">
            <a:avLst/>
          </a:prstGeom>
        </p:spPr>
        <p:txBody>
          <a:bodyPr anchor="t"/>
          <a:lstStyle>
            <a:lvl1pPr algn="l">
              <a:defRPr sz="4800" b="1">
                <a:solidFill>
                  <a:schemeClr val="bg1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r>
              <a:rPr kumimoji="1" lang="zh-TW" altLang="en-US" dirty="0"/>
              <a:t>分隔頁主標題</a:t>
            </a:r>
          </a:p>
        </p:txBody>
      </p:sp>
      <p:sp>
        <p:nvSpPr>
          <p:cNvPr id="9" name="副標題 2">
            <a:extLst>
              <a:ext uri="{FF2B5EF4-FFF2-40B4-BE49-F238E27FC236}">
                <a16:creationId xmlns:a16="http://schemas.microsoft.com/office/drawing/2014/main" id="{823497FD-7FCD-C2FE-0631-9FCAA1CB38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1187" y="1622991"/>
            <a:ext cx="6326707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 dirty="0"/>
              <a:t>分隔頁副標題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61B3B78-D8B0-B0B7-9134-E00E323449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3328223"/>
            <a:ext cx="12176982" cy="294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95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547CDDC2-BA45-4C4E-F6DC-0B8D68A4FBC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617134"/>
            <a:ext cx="12192000" cy="3623732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2CE1364E-5C19-FA91-77AF-4F01587B2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73293" y="2616245"/>
            <a:ext cx="6645413" cy="911620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rgbClr val="3F3A3A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r>
              <a:rPr kumimoji="1" lang="zh-TW" altLang="en-US" dirty="0"/>
              <a:t>分隔頁主標題</a:t>
            </a:r>
          </a:p>
        </p:txBody>
      </p:sp>
      <p:sp>
        <p:nvSpPr>
          <p:cNvPr id="9" name="副標題 2">
            <a:extLst>
              <a:ext uri="{FF2B5EF4-FFF2-40B4-BE49-F238E27FC236}">
                <a16:creationId xmlns:a16="http://schemas.microsoft.com/office/drawing/2014/main" id="{823497FD-7FCD-C2FE-0631-9FCAA1CB38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645" y="3743415"/>
            <a:ext cx="6326707" cy="60604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0">
                <a:solidFill>
                  <a:srgbClr val="3F3A3A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 dirty="0"/>
              <a:t>分隔頁副標題</a:t>
            </a:r>
          </a:p>
        </p:txBody>
      </p:sp>
    </p:spTree>
    <p:extLst>
      <p:ext uri="{BB962C8B-B14F-4D97-AF65-F5344CB8AC3E}">
        <p14:creationId xmlns:p14="http://schemas.microsoft.com/office/powerpoint/2010/main" val="2549932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CE8D0A6D-1229-9743-6263-0A823CE10459}"/>
              </a:ext>
            </a:extLst>
          </p:cNvPr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31750">
            <a:solidFill>
              <a:srgbClr val="29AE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2F0C0E5-1F9D-B66D-D2E8-C39C5EBCDBF3}"/>
              </a:ext>
            </a:extLst>
          </p:cNvPr>
          <p:cNvSpPr txBox="1"/>
          <p:nvPr userDrawn="1"/>
        </p:nvSpPr>
        <p:spPr>
          <a:xfrm>
            <a:off x="132009" y="6488668"/>
            <a:ext cx="61110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dirty="0"/>
              <a:t>Facilitating Control Innovation</a:t>
            </a:r>
          </a:p>
        </p:txBody>
      </p:sp>
      <p:sp>
        <p:nvSpPr>
          <p:cNvPr id="12" name="投影片編號版面配置區 8">
            <a:extLst>
              <a:ext uri="{FF2B5EF4-FFF2-40B4-BE49-F238E27FC236}">
                <a16:creationId xmlns:a16="http://schemas.microsoft.com/office/drawing/2014/main" id="{102C032D-8DE9-5386-F15A-DD6D7C66D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21148" y="6478074"/>
            <a:ext cx="2267107" cy="365125"/>
          </a:xfrm>
          <a:prstGeom prst="rect">
            <a:avLst/>
          </a:prstGeom>
        </p:spPr>
        <p:txBody>
          <a:bodyPr/>
          <a:lstStyle/>
          <a:p>
            <a:fld id="{296995A3-51C5-3745-9E63-D6C011083F1B}" type="slidenum">
              <a:rPr kumimoji="1" lang="zh-TW" altLang="en-US" smtClean="0"/>
              <a:t>‹#›</a:t>
            </a:fld>
            <a:endParaRPr kumimoji="1" lang="zh-TW" altLang="en-US" dirty="0"/>
          </a:p>
        </p:txBody>
      </p:sp>
      <p:sp>
        <p:nvSpPr>
          <p:cNvPr id="13" name="標題 1">
            <a:extLst>
              <a:ext uri="{FF2B5EF4-FFF2-40B4-BE49-F238E27FC236}">
                <a16:creationId xmlns:a16="http://schemas.microsoft.com/office/drawing/2014/main" id="{02B49B0F-148E-ADC9-7523-7EAF9F74AE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9521" y="451778"/>
            <a:ext cx="3924750" cy="546329"/>
          </a:xfrm>
          <a:prstGeom prst="rect">
            <a:avLst/>
          </a:prstGeom>
        </p:spPr>
        <p:txBody>
          <a:bodyPr anchor="t"/>
          <a:lstStyle>
            <a:lvl1pPr algn="l">
              <a:defRPr sz="2800" b="1">
                <a:solidFill>
                  <a:srgbClr val="29AE9D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r>
              <a:rPr kumimoji="1" lang="zh-TW" altLang="en-US" dirty="0"/>
              <a:t>內頁主標題</a:t>
            </a:r>
          </a:p>
        </p:txBody>
      </p:sp>
      <p:sp>
        <p:nvSpPr>
          <p:cNvPr id="16" name="副標題 2">
            <a:extLst>
              <a:ext uri="{FF2B5EF4-FFF2-40B4-BE49-F238E27FC236}">
                <a16:creationId xmlns:a16="http://schemas.microsoft.com/office/drawing/2014/main" id="{93C12410-6CFF-2967-1D3E-E7E4FBA0B7F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9522" y="1773238"/>
            <a:ext cx="5148242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>
                <a:solidFill>
                  <a:srgbClr val="3F3A3A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 dirty="0"/>
              <a:t>內頁文字</a:t>
            </a:r>
          </a:p>
        </p:txBody>
      </p:sp>
    </p:spTree>
    <p:extLst>
      <p:ext uri="{BB962C8B-B14F-4D97-AF65-F5344CB8AC3E}">
        <p14:creationId xmlns:p14="http://schemas.microsoft.com/office/powerpoint/2010/main" val="961766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FB9E7D6E-DAEE-22E7-7A37-F7D20E73D2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052272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2B027F3-EC2E-4067-D921-5E5E28D7CA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2052271"/>
            <a:ext cx="12192000" cy="4805729"/>
          </a:xfrm>
          <a:prstGeom prst="rect">
            <a:avLst/>
          </a:prstGeom>
        </p:spPr>
      </p:pic>
      <p:pic>
        <p:nvPicPr>
          <p:cNvPr id="3" name="圖片 2" descr="一張含有 文字, 字型, 圖形, 平面設計 的圖片&#10;&#10;自動產生的描述">
            <a:extLst>
              <a:ext uri="{FF2B5EF4-FFF2-40B4-BE49-F238E27FC236}">
                <a16:creationId xmlns:a16="http://schemas.microsoft.com/office/drawing/2014/main" id="{148E64DE-0A7A-1C69-9FBE-D60413FFCE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7790" y="602252"/>
            <a:ext cx="3737802" cy="762992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C9941A61-4363-6826-592F-AD5BA869EC48}"/>
              </a:ext>
            </a:extLst>
          </p:cNvPr>
          <p:cNvSpPr txBox="1"/>
          <p:nvPr userDrawn="1"/>
        </p:nvSpPr>
        <p:spPr>
          <a:xfrm>
            <a:off x="7225748" y="722138"/>
            <a:ext cx="4671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 for your attention.</a:t>
            </a:r>
            <a:endParaRPr lang="zh-TW" altLang="en-US" sz="2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955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4802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51" r:id="rId4"/>
    <p:sldLayoutId id="2147483660" r:id="rId5"/>
    <p:sldLayoutId id="2147483661" r:id="rId6"/>
    <p:sldLayoutId id="2147483662" r:id="rId7"/>
    <p:sldLayoutId id="2147483663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12CF10-D3B5-E3F6-0394-2C47BDE38F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187" y="2350491"/>
            <a:ext cx="10421546" cy="911620"/>
          </a:xfrm>
        </p:spPr>
        <p:txBody>
          <a:bodyPr/>
          <a:lstStyle/>
          <a:p>
            <a:r>
              <a:rPr kumimoji="1" lang="en-US" altLang="zh-TW" sz="3600" dirty="0"/>
              <a:t>FCI Digital</a:t>
            </a:r>
            <a:r>
              <a:rPr kumimoji="1" lang="zh-TW" altLang="en-US" sz="3600" dirty="0"/>
              <a:t> </a:t>
            </a:r>
            <a:r>
              <a:rPr kumimoji="1" lang="en-US" altLang="zh-TW" sz="3600" dirty="0"/>
              <a:t>Development(DD)</a:t>
            </a:r>
            <a:r>
              <a:rPr kumimoji="1" lang="zh-TW" altLang="en-US" sz="3600" dirty="0"/>
              <a:t> </a:t>
            </a:r>
            <a:r>
              <a:rPr kumimoji="1" lang="en-US" altLang="zh-TW" sz="3600" dirty="0"/>
              <a:t>Operation</a:t>
            </a:r>
            <a:endParaRPr kumimoji="1" lang="zh-TW" altLang="en-US" sz="36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9A88A82-C93E-AE06-E65C-07D6EDCF11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6351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64CA359B-657B-914C-1070-7009C1D547A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B330260-E065-D22D-1334-44B37522290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66FBF1C-F986-E81D-407E-9AB189FCC49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333C3E1-ABE0-EA4A-766F-984EAF84CD3A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11438D6-2CC0-BE34-4F2D-2DD73C784585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D506A3EF-A9E2-B9A1-69F8-8BDC95125C2B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14890888-BC41-193B-BD09-D0F5408A0573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63D6C09C-FC32-51ED-5904-241D7C007C4E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0" name="內容版面配置區 9">
            <a:extLst>
              <a:ext uri="{FF2B5EF4-FFF2-40B4-BE49-F238E27FC236}">
                <a16:creationId xmlns:a16="http://schemas.microsoft.com/office/drawing/2014/main" id="{15BA9DAE-E6DC-56C2-DDB7-C1A412DA0AAE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內容版面配置區 10">
            <a:extLst>
              <a:ext uri="{FF2B5EF4-FFF2-40B4-BE49-F238E27FC236}">
                <a16:creationId xmlns:a16="http://schemas.microsoft.com/office/drawing/2014/main" id="{965AA91A-D95E-596C-3769-6DBCBFB998C8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3F347324-5030-FF7B-71B3-6D56B4A6FB12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3" name="內容版面配置區 12">
            <a:extLst>
              <a:ext uri="{FF2B5EF4-FFF2-40B4-BE49-F238E27FC236}">
                <a16:creationId xmlns:a16="http://schemas.microsoft.com/office/drawing/2014/main" id="{AC72C70E-1F2C-212A-AD4F-7478E6E107F4}"/>
              </a:ext>
            </a:extLst>
          </p:cNvPr>
          <p:cNvSpPr>
            <a:spLocks noGrp="1"/>
          </p:cNvSpPr>
          <p:nvPr>
            <p:ph sz="quarter" idx="22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9344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04864F-0202-CD0E-8DAD-09EA57B16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21" y="451779"/>
            <a:ext cx="11054279" cy="636358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057171F-8674-6290-3829-59AFC277FD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8368" y="1307592"/>
            <a:ext cx="10695432" cy="4562983"/>
          </a:xfrm>
        </p:spPr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93188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4769E3-3B8D-2B31-DB50-9F07963A93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13ED5F7-E17B-CBFF-37B9-EEE677AFF5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7833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6CBB7A66-1FB8-D4F1-CF8F-4A88A2D599E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E19F415-F2AA-A2AA-D9C9-4A570904F97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169CD90-2B8E-C1F4-0F4A-51E521F4ABA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8306869-F2C5-6405-ADD8-5719E76BF49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31C4307-5728-C064-A793-EB7FA20772B8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D0DBFAE6-BA5F-EF20-7169-2B35F9271233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D70634C3-2CA6-060E-BA68-F51F89602920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E841C9FA-5E18-7C38-179C-C0EDCC45CB6C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10" name="內容版面配置區 9">
            <a:extLst>
              <a:ext uri="{FF2B5EF4-FFF2-40B4-BE49-F238E27FC236}">
                <a16:creationId xmlns:a16="http://schemas.microsoft.com/office/drawing/2014/main" id="{AEBCFAC3-2D4C-CFD2-D7A0-24A7C894B63B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11" name="內容版面配置區 10">
            <a:extLst>
              <a:ext uri="{FF2B5EF4-FFF2-40B4-BE49-F238E27FC236}">
                <a16:creationId xmlns:a16="http://schemas.microsoft.com/office/drawing/2014/main" id="{7AA78BD6-CFAB-BA0E-3AEF-5D6FD4B7DBC5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B74EB3BE-7403-8F5B-FA0D-BC30984DCA05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13" name="內容版面配置區 12">
            <a:extLst>
              <a:ext uri="{FF2B5EF4-FFF2-40B4-BE49-F238E27FC236}">
                <a16:creationId xmlns:a16="http://schemas.microsoft.com/office/drawing/2014/main" id="{54907EED-6DC6-BBDA-A87F-39673DE4A465}"/>
              </a:ext>
            </a:extLst>
          </p:cNvPr>
          <p:cNvSpPr>
            <a:spLocks noGrp="1"/>
          </p:cNvSpPr>
          <p:nvPr>
            <p:ph sz="quarter" idx="22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67001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B76537-7913-7D54-C0F7-126E2CC94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22C8AC8-B9D1-D9CC-C5E4-7091FB2C95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59729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6249A9-A6DD-7D7D-8433-6890077340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3EE20CD-DFD5-CBD3-F049-DC537E57D4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84656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53CA83-5CEF-5EA9-EE08-4672C5DA7D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3C91BF7-A271-1B83-880D-1340B5B0DD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29178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B4E65A-2B17-D721-A6B1-C7DA5876F0A7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7795807" y="540408"/>
            <a:ext cx="3585983" cy="1029226"/>
          </a:xfrm>
          <a:prstGeom prst="rect">
            <a:avLst/>
          </a:prstGeom>
        </p:spPr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00359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FCI">
      <a:dk1>
        <a:sysClr val="windowText" lastClr="000000"/>
      </a:dk1>
      <a:lt1>
        <a:sysClr val="window" lastClr="FFFFFF"/>
      </a:lt1>
      <a:dk2>
        <a:srgbClr val="009D88"/>
      </a:dk2>
      <a:lt2>
        <a:srgbClr val="E5F5F3"/>
      </a:lt2>
      <a:accent1>
        <a:srgbClr val="F7B012"/>
      </a:accent1>
      <a:accent2>
        <a:srgbClr val="F094AE"/>
      </a:accent2>
      <a:accent3>
        <a:srgbClr val="8DC556"/>
      </a:accent3>
      <a:accent4>
        <a:srgbClr val="2F8CCC"/>
      </a:accent4>
      <a:accent5>
        <a:srgbClr val="3E3A39"/>
      </a:accent5>
      <a:accent6>
        <a:srgbClr val="C00000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F0397E00D644DD4C980E84F281BDD9A5" ma:contentTypeVersion="14" ma:contentTypeDescription="建立新的文件。" ma:contentTypeScope="" ma:versionID="30c1d4014d2917bfcd6f964ad3867692">
  <xsd:schema xmlns:xsd="http://www.w3.org/2001/XMLSchema" xmlns:xs="http://www.w3.org/2001/XMLSchema" xmlns:p="http://schemas.microsoft.com/office/2006/metadata/properties" xmlns:ns2="7ef65a0e-2666-4f70-b789-971f95d2e096" xmlns:ns3="cc4cb899-c05b-4bf5-949a-6b8f04ba36b0" targetNamespace="http://schemas.microsoft.com/office/2006/metadata/properties" ma:root="true" ma:fieldsID="cc04787e73a1b1930ba0c4f24afcd8dc" ns2:_="" ns3:_="">
    <xsd:import namespace="7ef65a0e-2666-4f70-b789-971f95d2e096"/>
    <xsd:import namespace="cc4cb899-c05b-4bf5-949a-6b8f04ba36b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f65a0e-2666-4f70-b789-971f95d2e0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影像標籤" ma:readOnly="false" ma:fieldId="{5cf76f15-5ced-4ddc-b409-7134ff3c332f}" ma:taxonomyMulti="true" ma:sspId="78c82290-d03f-4908-a3b3-7df0ecc1b85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4cb899-c05b-4bf5-949a-6b8f04ba36b0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35fca18-28b8-4d1d-b5f4-4eca5be2daa3}" ma:internalName="TaxCatchAll" ma:showField="CatchAllData" ma:web="cc4cb899-c05b-4bf5-949a-6b8f04ba36b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c4cb899-c05b-4bf5-949a-6b8f04ba36b0" xsi:nil="true"/>
    <lcf76f155ced4ddcb4097134ff3c332f xmlns="7ef65a0e-2666-4f70-b789-971f95d2e096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C953399-2FC6-49F9-AAA6-354A040BA2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ef65a0e-2666-4f70-b789-971f95d2e096"/>
    <ds:schemaRef ds:uri="cc4cb899-c05b-4bf5-949a-6b8f04ba36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53219BE-D2E3-4707-BAE3-0C7E5542EBCE}">
  <ds:schemaRefs>
    <ds:schemaRef ds:uri="http://schemas.microsoft.com/office/2006/metadata/properties"/>
    <ds:schemaRef ds:uri="http://schemas.microsoft.com/office/infopath/2007/PartnerControls"/>
    <ds:schemaRef ds:uri="cc4cb899-c05b-4bf5-949a-6b8f04ba36b0"/>
    <ds:schemaRef ds:uri="7ef65a0e-2666-4f70-b789-971f95d2e096"/>
  </ds:schemaRefs>
</ds:datastoreItem>
</file>

<file path=customXml/itemProps3.xml><?xml version="1.0" encoding="utf-8"?>
<ds:datastoreItem xmlns:ds="http://schemas.openxmlformats.org/officeDocument/2006/customXml" ds:itemID="{1A7E22B9-D971-4C92-B611-09CF70D158C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7</Words>
  <Application>Microsoft Office PowerPoint</Application>
  <PresentationFormat>寬螢幕</PresentationFormat>
  <Paragraphs>1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5" baseType="lpstr">
      <vt:lpstr>Mukta Regular</vt:lpstr>
      <vt:lpstr>Noto Sans CJK TC Regular</vt:lpstr>
      <vt:lpstr>Arial</vt:lpstr>
      <vt:lpstr>Calibri</vt:lpstr>
      <vt:lpstr>Wingdings</vt:lpstr>
      <vt:lpstr>Office 佈景主題</vt:lpstr>
      <vt:lpstr>FCI Digital Development(DD) Operation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KAI-HUA TSAI</dc:creator>
  <cp:lastModifiedBy>Gary Tzeng 曾文信</cp:lastModifiedBy>
  <cp:revision>8</cp:revision>
  <dcterms:created xsi:type="dcterms:W3CDTF">2024-06-12T02:22:16Z</dcterms:created>
  <dcterms:modified xsi:type="dcterms:W3CDTF">2026-05-05T07:07:58Z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0x010100F0397E00D644DD4C980E84F281BDD9A5</vt:lpwstr>
  </property>
  <property fmtid="{D5CDD505-2E9C-101B-9397-08002B2CF9AE}" pid="3" name="MediaServiceImageTags">
    <vt:lpwstr/>
  </property>
</Properties>
</file>