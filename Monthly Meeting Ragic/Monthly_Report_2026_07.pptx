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3"/>
  </p:sldMasterIdLst>
  <p:notesMasterIdLst>
    <p:notesMasterId r:id="rId17"/>
  </p:notesMasterIdLst>
  <p:sldIdLst>
    <p:sldId id="256" r:id="rId4"/>
    <p:sldId id="411" r:id="rId5"/>
    <p:sldId id="412" r:id="rId6"/>
    <p:sldId id="420" r:id="rId7"/>
    <p:sldId id="421" r:id="rId8"/>
    <p:sldId id="422" r:id="rId9"/>
    <p:sldId id="423" r:id="rId10"/>
    <p:sldId id="424" r:id="rId11"/>
    <p:sldId id="427" r:id="rId12"/>
    <p:sldId id="428" r:id="rId13"/>
    <p:sldId id="429" r:id="rId14"/>
    <p:sldId id="264" r:id="rId15"/>
    <p:sldId id="302" r:id="rId16"/>
  </p:sldIdLst>
  <p:sldSz cx="12192000" cy="6858000"/>
  <p:notesSz cx="6797675" cy="99266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AE9D"/>
    <a:srgbClr val="0000FF"/>
    <a:srgbClr val="3F3A3A"/>
    <a:srgbClr val="E94830"/>
    <a:srgbClr val="FFD6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644757-2A66-4908-BDEF-1CE9DDBCA11F}" v="1" dt="2026-08-05T03:28:43.550"/>
    <p1510:client id="{959960B9-8A4D-4CBB-8460-EE6BA4962918}" v="11" dt="2026-08-05T07:13:41.294"/>
    <p1510:client id="{AECD32E5-0D85-48B0-B5BD-F0659D463ABB}" v="7" dt="2026-08-05T05:18:15.199"/>
  </p1510:revLst>
</p1510:revInfo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8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microsoft.com/office/2015/10/relationships/revisionInfo" Target="revisionInfo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ry Tzeng 曾文信" userId="18fa261b-e0a3-457f-88f3-8cbfc1987e02" providerId="ADAL" clId="{43B70A42-FE95-41CE-BCA2-694EEED1DBC0}"/>
    <pc:docChg chg="custSel modSld sldOrd">
      <pc:chgData name="Gary Tzeng 曾文信" userId="18fa261b-e0a3-457f-88f3-8cbfc1987e02" providerId="ADAL" clId="{43B70A42-FE95-41CE-BCA2-694EEED1DBC0}" dt="2026-08-05T07:57:29.971" v="139" actId="12"/>
      <pc:docMkLst>
        <pc:docMk/>
      </pc:docMkLst>
      <pc:sldChg chg="delSp modSp mod ord">
        <pc:chgData name="Gary Tzeng 曾文信" userId="18fa261b-e0a3-457f-88f3-8cbfc1987e02" providerId="ADAL" clId="{43B70A42-FE95-41CE-BCA2-694EEED1DBC0}" dt="2026-08-05T06:51:42.457" v="11" actId="2711"/>
        <pc:sldMkLst>
          <pc:docMk/>
          <pc:sldMk cId="4099200260" sldId="256"/>
        </pc:sldMkLst>
        <pc:spChg chg="mod">
          <ac:chgData name="Gary Tzeng 曾文信" userId="18fa261b-e0a3-457f-88f3-8cbfc1987e02" providerId="ADAL" clId="{43B70A42-FE95-41CE-BCA2-694EEED1DBC0}" dt="2026-08-05T06:51:42.457" v="11" actId="2711"/>
          <ac:spMkLst>
            <pc:docMk/>
            <pc:sldMk cId="4099200260" sldId="256"/>
            <ac:spMk id="4" creationId="{037A7F78-7F09-1679-343D-527C6BB2824D}"/>
          </ac:spMkLst>
        </pc:spChg>
        <pc:spChg chg="del">
          <ac:chgData name="Gary Tzeng 曾文信" userId="18fa261b-e0a3-457f-88f3-8cbfc1987e02" providerId="ADAL" clId="{43B70A42-FE95-41CE-BCA2-694EEED1DBC0}" dt="2026-08-05T06:00:26.473" v="0" actId="478"/>
          <ac:spMkLst>
            <pc:docMk/>
            <pc:sldMk cId="4099200260" sldId="256"/>
            <ac:spMk id="5" creationId="{A684B379-A1C7-36FB-6D71-DE48D72D3838}"/>
          </ac:spMkLst>
        </pc:spChg>
      </pc:sldChg>
      <pc:sldChg chg="modSp mod">
        <pc:chgData name="Gary Tzeng 曾文信" userId="18fa261b-e0a3-457f-88f3-8cbfc1987e02" providerId="ADAL" clId="{43B70A42-FE95-41CE-BCA2-694EEED1DBC0}" dt="2026-08-05T07:54:28.130" v="30" actId="14100"/>
        <pc:sldMkLst>
          <pc:docMk/>
          <pc:sldMk cId="1017422519" sldId="411"/>
        </pc:sldMkLst>
        <pc:spChg chg="mod">
          <ac:chgData name="Gary Tzeng 曾文信" userId="18fa261b-e0a3-457f-88f3-8cbfc1987e02" providerId="ADAL" clId="{43B70A42-FE95-41CE-BCA2-694EEED1DBC0}" dt="2026-08-05T07:54:21.592" v="29" actId="20577"/>
          <ac:spMkLst>
            <pc:docMk/>
            <pc:sldMk cId="1017422519" sldId="411"/>
            <ac:spMk id="3" creationId="{14BD2463-389F-4C0B-BE16-7345D420933F}"/>
          </ac:spMkLst>
        </pc:spChg>
        <pc:spChg chg="mod">
          <ac:chgData name="Gary Tzeng 曾文信" userId="18fa261b-e0a3-457f-88f3-8cbfc1987e02" providerId="ADAL" clId="{43B70A42-FE95-41CE-BCA2-694EEED1DBC0}" dt="2026-08-05T07:54:28.130" v="30" actId="14100"/>
          <ac:spMkLst>
            <pc:docMk/>
            <pc:sldMk cId="1017422519" sldId="411"/>
            <ac:spMk id="4" creationId="{249130D4-DBA6-4AEB-8722-742BAC808FF0}"/>
          </ac:spMkLst>
        </pc:spChg>
      </pc:sldChg>
      <pc:sldChg chg="modSp mod">
        <pc:chgData name="Gary Tzeng 曾文信" userId="18fa261b-e0a3-457f-88f3-8cbfc1987e02" providerId="ADAL" clId="{43B70A42-FE95-41CE-BCA2-694EEED1DBC0}" dt="2026-08-05T07:55:19.270" v="78" actId="20577"/>
        <pc:sldMkLst>
          <pc:docMk/>
          <pc:sldMk cId="3442366121" sldId="412"/>
        </pc:sldMkLst>
        <pc:spChg chg="mod">
          <ac:chgData name="Gary Tzeng 曾文信" userId="18fa261b-e0a3-457f-88f3-8cbfc1987e02" providerId="ADAL" clId="{43B70A42-FE95-41CE-BCA2-694EEED1DBC0}" dt="2026-08-05T07:55:19.270" v="78" actId="20577"/>
          <ac:spMkLst>
            <pc:docMk/>
            <pc:sldMk cId="3442366121" sldId="412"/>
            <ac:spMk id="7" creationId="{02A3ABAE-970D-4C30-B73E-281F3E18341D}"/>
          </ac:spMkLst>
        </pc:spChg>
      </pc:sldChg>
      <pc:sldChg chg="modSp mod">
        <pc:chgData name="Gary Tzeng 曾文信" userId="18fa261b-e0a3-457f-88f3-8cbfc1987e02" providerId="ADAL" clId="{43B70A42-FE95-41CE-BCA2-694EEED1DBC0}" dt="2026-08-05T07:18:09.891" v="21" actId="1076"/>
        <pc:sldMkLst>
          <pc:docMk/>
          <pc:sldMk cId="2375050483" sldId="420"/>
        </pc:sldMkLst>
        <pc:spChg chg="mod">
          <ac:chgData name="Gary Tzeng 曾文信" userId="18fa261b-e0a3-457f-88f3-8cbfc1987e02" providerId="ADAL" clId="{43B70A42-FE95-41CE-BCA2-694EEED1DBC0}" dt="2026-08-05T07:18:09.891" v="21" actId="1076"/>
          <ac:spMkLst>
            <pc:docMk/>
            <pc:sldMk cId="2375050483" sldId="420"/>
            <ac:spMk id="7" creationId="{1E86E955-43C7-4811-A355-A603C47E44D0}"/>
          </ac:spMkLst>
        </pc:spChg>
        <pc:spChg chg="mod">
          <ac:chgData name="Gary Tzeng 曾文信" userId="18fa261b-e0a3-457f-88f3-8cbfc1987e02" providerId="ADAL" clId="{43B70A42-FE95-41CE-BCA2-694EEED1DBC0}" dt="2026-08-05T07:18:09.891" v="21" actId="1076"/>
          <ac:spMkLst>
            <pc:docMk/>
            <pc:sldMk cId="2375050483" sldId="420"/>
            <ac:spMk id="8" creationId="{91DD173B-4147-4036-9ADB-6BDDE2770D52}"/>
          </ac:spMkLst>
        </pc:spChg>
      </pc:sldChg>
      <pc:sldChg chg="modSp mod">
        <pc:chgData name="Gary Tzeng 曾文信" userId="18fa261b-e0a3-457f-88f3-8cbfc1987e02" providerId="ADAL" clId="{43B70A42-FE95-41CE-BCA2-694EEED1DBC0}" dt="2026-08-05T07:08:38.118" v="13" actId="14100"/>
        <pc:sldMkLst>
          <pc:docMk/>
          <pc:sldMk cId="2524845448" sldId="422"/>
        </pc:sldMkLst>
        <pc:spChg chg="mod">
          <ac:chgData name="Gary Tzeng 曾文信" userId="18fa261b-e0a3-457f-88f3-8cbfc1987e02" providerId="ADAL" clId="{43B70A42-FE95-41CE-BCA2-694EEED1DBC0}" dt="2026-08-05T07:08:32.038" v="12" actId="207"/>
          <ac:spMkLst>
            <pc:docMk/>
            <pc:sldMk cId="2524845448" sldId="422"/>
            <ac:spMk id="13" creationId="{5083A3A3-0988-432B-A81A-0B892B4FD2EC}"/>
          </ac:spMkLst>
        </pc:spChg>
        <pc:spChg chg="mod">
          <ac:chgData name="Gary Tzeng 曾文信" userId="18fa261b-e0a3-457f-88f3-8cbfc1987e02" providerId="ADAL" clId="{43B70A42-FE95-41CE-BCA2-694EEED1DBC0}" dt="2026-08-05T07:08:38.118" v="13" actId="14100"/>
          <ac:spMkLst>
            <pc:docMk/>
            <pc:sldMk cId="2524845448" sldId="422"/>
            <ac:spMk id="14" creationId="{812E8C9C-AD41-43C3-B96F-059EFC711F9D}"/>
          </ac:spMkLst>
        </pc:spChg>
      </pc:sldChg>
      <pc:sldChg chg="modSp mod">
        <pc:chgData name="Gary Tzeng 曾文信" userId="18fa261b-e0a3-457f-88f3-8cbfc1987e02" providerId="ADAL" clId="{43B70A42-FE95-41CE-BCA2-694EEED1DBC0}" dt="2026-08-05T07:10:32.815" v="14" actId="207"/>
        <pc:sldMkLst>
          <pc:docMk/>
          <pc:sldMk cId="1025976376" sldId="423"/>
        </pc:sldMkLst>
        <pc:spChg chg="mod">
          <ac:chgData name="Gary Tzeng 曾文信" userId="18fa261b-e0a3-457f-88f3-8cbfc1987e02" providerId="ADAL" clId="{43B70A42-FE95-41CE-BCA2-694EEED1DBC0}" dt="2026-08-05T07:10:32.815" v="14" actId="207"/>
          <ac:spMkLst>
            <pc:docMk/>
            <pc:sldMk cId="1025976376" sldId="423"/>
            <ac:spMk id="15" creationId="{95F87A01-631E-4A50-B580-109E86F58920}"/>
          </ac:spMkLst>
        </pc:spChg>
      </pc:sldChg>
      <pc:sldChg chg="modSp mod">
        <pc:chgData name="Gary Tzeng 曾文信" userId="18fa261b-e0a3-457f-88f3-8cbfc1987e02" providerId="ADAL" clId="{43B70A42-FE95-41CE-BCA2-694EEED1DBC0}" dt="2026-08-05T07:57:29.971" v="139" actId="12"/>
        <pc:sldMkLst>
          <pc:docMk/>
          <pc:sldMk cId="270838749" sldId="428"/>
        </pc:sldMkLst>
        <pc:spChg chg="mod">
          <ac:chgData name="Gary Tzeng 曾文信" userId="18fa261b-e0a3-457f-88f3-8cbfc1987e02" providerId="ADAL" clId="{43B70A42-FE95-41CE-BCA2-694EEED1DBC0}" dt="2026-08-05T07:57:29.971" v="139" actId="12"/>
          <ac:spMkLst>
            <pc:docMk/>
            <pc:sldMk cId="270838749" sldId="428"/>
            <ac:spMk id="2" creationId="{1F5117F0-BE5E-4E00-B59D-CC953A9C417F}"/>
          </ac:spMkLst>
        </pc:spChg>
      </pc:sldChg>
      <pc:sldChg chg="modSp mod">
        <pc:chgData name="Gary Tzeng 曾文信" userId="18fa261b-e0a3-457f-88f3-8cbfc1987e02" providerId="ADAL" clId="{43B70A42-FE95-41CE-BCA2-694EEED1DBC0}" dt="2026-08-05T07:13:49.799" v="19" actId="12"/>
        <pc:sldMkLst>
          <pc:docMk/>
          <pc:sldMk cId="1337063768" sldId="429"/>
        </pc:sldMkLst>
        <pc:spChg chg="mod">
          <ac:chgData name="Gary Tzeng 曾文信" userId="18fa261b-e0a3-457f-88f3-8cbfc1987e02" providerId="ADAL" clId="{43B70A42-FE95-41CE-BCA2-694EEED1DBC0}" dt="2026-08-05T07:13:49.799" v="19" actId="12"/>
          <ac:spMkLst>
            <pc:docMk/>
            <pc:sldMk cId="1337063768" sldId="429"/>
            <ac:spMk id="9" creationId="{BC7F140E-77A3-E789-93EB-4669ABDF759F}"/>
          </ac:spMkLst>
        </pc:spChg>
      </pc:sldChg>
    </pc:docChg>
  </pc:docChgLst>
  <pc:docChgLst>
    <pc:chgData name="Gary Tzeng 曾文信" userId="18fa261b-e0a3-457f-88f3-8cbfc1987e02" providerId="ADAL" clId="{66CF6D41-D14F-4EEB-8B29-A021982464CE}"/>
    <pc:docChg chg="undo custSel addSld delSld modSld">
      <pc:chgData name="Gary Tzeng 曾文信" userId="18fa261b-e0a3-457f-88f3-8cbfc1987e02" providerId="ADAL" clId="{66CF6D41-D14F-4EEB-8B29-A021982464CE}" dt="2026-08-05T05:33:33.048" v="1627" actId="14100"/>
      <pc:docMkLst>
        <pc:docMk/>
      </pc:docMkLst>
      <pc:sldChg chg="add">
        <pc:chgData name="Gary Tzeng 曾文信" userId="18fa261b-e0a3-457f-88f3-8cbfc1987e02" providerId="ADAL" clId="{66CF6D41-D14F-4EEB-8B29-A021982464CE}" dt="2026-08-05T03:28:43.543" v="1098"/>
        <pc:sldMkLst>
          <pc:docMk/>
          <pc:sldMk cId="4099200260" sldId="256"/>
        </pc:sldMkLst>
      </pc:sldChg>
      <pc:sldChg chg="modSp mod">
        <pc:chgData name="Gary Tzeng 曾文信" userId="18fa261b-e0a3-457f-88f3-8cbfc1987e02" providerId="ADAL" clId="{66CF6D41-D14F-4EEB-8B29-A021982464CE}" dt="2026-08-05T05:33:33.048" v="1627" actId="14100"/>
        <pc:sldMkLst>
          <pc:docMk/>
          <pc:sldMk cId="3442366121" sldId="412"/>
        </pc:sldMkLst>
        <pc:spChg chg="mod">
          <ac:chgData name="Gary Tzeng 曾文信" userId="18fa261b-e0a3-457f-88f3-8cbfc1987e02" providerId="ADAL" clId="{66CF6D41-D14F-4EEB-8B29-A021982464CE}" dt="2026-08-05T05:33:27.074" v="1626" actId="20577"/>
          <ac:spMkLst>
            <pc:docMk/>
            <pc:sldMk cId="3442366121" sldId="412"/>
            <ac:spMk id="7" creationId="{02A3ABAE-970D-4C30-B73E-281F3E18341D}"/>
          </ac:spMkLst>
        </pc:spChg>
        <pc:spChg chg="mod">
          <ac:chgData name="Gary Tzeng 曾文信" userId="18fa261b-e0a3-457f-88f3-8cbfc1987e02" providerId="ADAL" clId="{66CF6D41-D14F-4EEB-8B29-A021982464CE}" dt="2026-08-05T05:33:33.048" v="1627" actId="14100"/>
          <ac:spMkLst>
            <pc:docMk/>
            <pc:sldMk cId="3442366121" sldId="412"/>
            <ac:spMk id="8" creationId="{C86B1E64-CA6F-4B6E-9F54-42B7802D459D}"/>
          </ac:spMkLst>
        </pc:spChg>
      </pc:sldChg>
      <pc:sldChg chg="modSp mod">
        <pc:chgData name="Gary Tzeng 曾文信" userId="18fa261b-e0a3-457f-88f3-8cbfc1987e02" providerId="ADAL" clId="{66CF6D41-D14F-4EEB-8B29-A021982464CE}" dt="2026-08-05T05:20:35.499" v="1607" actId="1035"/>
        <pc:sldMkLst>
          <pc:docMk/>
          <pc:sldMk cId="1025976376" sldId="423"/>
        </pc:sldMkLst>
        <pc:spChg chg="mod">
          <ac:chgData name="Gary Tzeng 曾文信" userId="18fa261b-e0a3-457f-88f3-8cbfc1987e02" providerId="ADAL" clId="{66CF6D41-D14F-4EEB-8B29-A021982464CE}" dt="2026-08-05T05:20:35.499" v="1607" actId="1035"/>
          <ac:spMkLst>
            <pc:docMk/>
            <pc:sldMk cId="1025976376" sldId="423"/>
            <ac:spMk id="15" creationId="{95F87A01-631E-4A50-B580-109E86F58920}"/>
          </ac:spMkLst>
        </pc:spChg>
        <pc:spChg chg="mod">
          <ac:chgData name="Gary Tzeng 曾文信" userId="18fa261b-e0a3-457f-88f3-8cbfc1987e02" providerId="ADAL" clId="{66CF6D41-D14F-4EEB-8B29-A021982464CE}" dt="2026-08-05T05:20:35.499" v="1607" actId="1035"/>
          <ac:spMkLst>
            <pc:docMk/>
            <pc:sldMk cId="1025976376" sldId="423"/>
            <ac:spMk id="16" creationId="{862FE354-E4D6-4CEB-8FAE-A482368021D0}"/>
          </ac:spMkLst>
        </pc:spChg>
      </pc:sldChg>
      <pc:sldChg chg="modSp mod">
        <pc:chgData name="Gary Tzeng 曾文信" userId="18fa261b-e0a3-457f-88f3-8cbfc1987e02" providerId="ADAL" clId="{66CF6D41-D14F-4EEB-8B29-A021982464CE}" dt="2026-08-05T05:12:30.628" v="1100" actId="20577"/>
        <pc:sldMkLst>
          <pc:docMk/>
          <pc:sldMk cId="1772294826" sldId="427"/>
        </pc:sldMkLst>
        <pc:spChg chg="mod">
          <ac:chgData name="Gary Tzeng 曾文信" userId="18fa261b-e0a3-457f-88f3-8cbfc1987e02" providerId="ADAL" clId="{66CF6D41-D14F-4EEB-8B29-A021982464CE}" dt="2026-08-05T05:12:30.628" v="1100" actId="20577"/>
          <ac:spMkLst>
            <pc:docMk/>
            <pc:sldMk cId="1772294826" sldId="427"/>
            <ac:spMk id="3" creationId="{CADDC548-0EE4-4E35-BFD2-BCACCF09494E}"/>
          </ac:spMkLst>
        </pc:spChg>
      </pc:sldChg>
      <pc:sldChg chg="modSp mod">
        <pc:chgData name="Gary Tzeng 曾文信" userId="18fa261b-e0a3-457f-88f3-8cbfc1987e02" providerId="ADAL" clId="{66CF6D41-D14F-4EEB-8B29-A021982464CE}" dt="2026-08-05T05:19:34.209" v="1572" actId="1036"/>
        <pc:sldMkLst>
          <pc:docMk/>
          <pc:sldMk cId="270838749" sldId="428"/>
        </pc:sldMkLst>
        <pc:spChg chg="mod">
          <ac:chgData name="Gary Tzeng 曾文信" userId="18fa261b-e0a3-457f-88f3-8cbfc1987e02" providerId="ADAL" clId="{66CF6D41-D14F-4EEB-8B29-A021982464CE}" dt="2026-08-05T05:19:26.887" v="1559" actId="1036"/>
          <ac:spMkLst>
            <pc:docMk/>
            <pc:sldMk cId="270838749" sldId="428"/>
            <ac:spMk id="2" creationId="{1F5117F0-BE5E-4E00-B59D-CC953A9C417F}"/>
          </ac:spMkLst>
        </pc:spChg>
        <pc:spChg chg="mod">
          <ac:chgData name="Gary Tzeng 曾文信" userId="18fa261b-e0a3-457f-88f3-8cbfc1987e02" providerId="ADAL" clId="{66CF6D41-D14F-4EEB-8B29-A021982464CE}" dt="2026-08-05T05:19:34.209" v="1572" actId="1036"/>
          <ac:spMkLst>
            <pc:docMk/>
            <pc:sldMk cId="270838749" sldId="428"/>
            <ac:spMk id="7" creationId="{29F2C721-7875-43E3-8743-C862BD49103E}"/>
          </ac:spMkLst>
        </pc:spChg>
      </pc:sldChg>
      <pc:sldChg chg="modSp mod">
        <pc:chgData name="Gary Tzeng 曾文信" userId="18fa261b-e0a3-457f-88f3-8cbfc1987e02" providerId="ADAL" clId="{66CF6D41-D14F-4EEB-8B29-A021982464CE}" dt="2026-08-05T05:19:12.698" v="1535" actId="20577"/>
        <pc:sldMkLst>
          <pc:docMk/>
          <pc:sldMk cId="1337063768" sldId="429"/>
        </pc:sldMkLst>
        <pc:spChg chg="mod">
          <ac:chgData name="Gary Tzeng 曾文信" userId="18fa261b-e0a3-457f-88f3-8cbfc1987e02" providerId="ADAL" clId="{66CF6D41-D14F-4EEB-8B29-A021982464CE}" dt="2026-08-05T05:19:12.698" v="1535" actId="20577"/>
          <ac:spMkLst>
            <pc:docMk/>
            <pc:sldMk cId="1337063768" sldId="429"/>
            <ac:spMk id="9" creationId="{BC7F140E-77A3-E789-93EB-4669ABDF759F}"/>
          </ac:spMkLst>
        </pc:spChg>
        <pc:spChg chg="mod">
          <ac:chgData name="Gary Tzeng 曾文信" userId="18fa261b-e0a3-457f-88f3-8cbfc1987e02" providerId="ADAL" clId="{66CF6D41-D14F-4EEB-8B29-A021982464CE}" dt="2026-08-05T05:13:22.688" v="1104" actId="20577"/>
          <ac:spMkLst>
            <pc:docMk/>
            <pc:sldMk cId="1337063768" sldId="429"/>
            <ac:spMk id="11" creationId="{0D394AFD-A7AA-2D89-1886-B09998C1610F}"/>
          </ac:spMkLst>
        </pc:spChg>
      </pc:sldChg>
      <pc:sldChg chg="addSp delSp new del mod">
        <pc:chgData name="Gary Tzeng 曾文信" userId="18fa261b-e0a3-457f-88f3-8cbfc1987e02" providerId="ADAL" clId="{66CF6D41-D14F-4EEB-8B29-A021982464CE}" dt="2026-08-05T05:29:06.718" v="1613" actId="47"/>
        <pc:sldMkLst>
          <pc:docMk/>
          <pc:sldMk cId="2061070975" sldId="430"/>
        </pc:sldMkLst>
        <pc:spChg chg="del">
          <ac:chgData name="Gary Tzeng 曾文信" userId="18fa261b-e0a3-457f-88f3-8cbfc1987e02" providerId="ADAL" clId="{66CF6D41-D14F-4EEB-8B29-A021982464CE}" dt="2026-08-05T05:28:39.386" v="1610" actId="478"/>
          <ac:spMkLst>
            <pc:docMk/>
            <pc:sldMk cId="2061070975" sldId="430"/>
            <ac:spMk id="2" creationId="{3FC14B59-344C-70A2-65B0-CE5C880900E2}"/>
          </ac:spMkLst>
        </pc:spChg>
        <pc:spChg chg="del">
          <ac:chgData name="Gary Tzeng 曾文信" userId="18fa261b-e0a3-457f-88f3-8cbfc1987e02" providerId="ADAL" clId="{66CF6D41-D14F-4EEB-8B29-A021982464CE}" dt="2026-08-05T05:28:35.899" v="1609" actId="478"/>
          <ac:spMkLst>
            <pc:docMk/>
            <pc:sldMk cId="2061070975" sldId="430"/>
            <ac:spMk id="3" creationId="{D564263B-5025-11CC-F7E0-C8D6C5E8C812}"/>
          </ac:spMkLst>
        </pc:spChg>
        <pc:picChg chg="add del">
          <ac:chgData name="Gary Tzeng 曾文信" userId="18fa261b-e0a3-457f-88f3-8cbfc1987e02" providerId="ADAL" clId="{66CF6D41-D14F-4EEB-8B29-A021982464CE}" dt="2026-08-05T05:29:04.541" v="1612" actId="478"/>
          <ac:picMkLst>
            <pc:docMk/>
            <pc:sldMk cId="2061070975" sldId="430"/>
            <ac:picMk id="5" creationId="{770293B9-91B8-F234-45D2-89B572E7892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DE88E8-8DDA-441F-AB74-B81AAA1C9DB8}" type="datetimeFigureOut">
              <a:rPr lang="zh-TW" altLang="en-US" smtClean="0"/>
              <a:t>2026/8/5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AA525-C13F-4D53-BEBE-19C9BB4F2F4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9490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37F55-EBA8-487B-865A-BD26F88C9984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8931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C4769489-7550-9B17-E630-AF5D0A88D91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915" y="2350491"/>
            <a:ext cx="12195429" cy="4005859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D15DF815-5EA9-081C-7A8B-B02959ECE9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187" y="2350491"/>
            <a:ext cx="8007869" cy="911620"/>
          </a:xfrm>
          <a:prstGeom prst="rect">
            <a:avLst/>
          </a:prstGeom>
        </p:spPr>
        <p:txBody>
          <a:bodyPr anchor="t"/>
          <a:lstStyle>
            <a:lvl1pPr algn="l">
              <a:defRPr sz="4800" b="1">
                <a:solidFill>
                  <a:srgbClr val="3F3A3A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4668C1B-B0A6-0800-632D-876D9CCF8D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1187" y="3386476"/>
            <a:ext cx="7623821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3F3A3A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502AD48-2674-4583-B359-E5CA5A8326B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1187" y="447848"/>
            <a:ext cx="3305866" cy="67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843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1330A977-BEDB-9ACB-9D1B-BDFA12E819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8352" y="6432063"/>
            <a:ext cx="11213648" cy="425938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C88AEAC-14DD-33D3-1946-6FAC2543AC81}"/>
              </a:ext>
            </a:extLst>
          </p:cNvPr>
          <p:cNvSpPr txBox="1"/>
          <p:nvPr userDrawn="1"/>
        </p:nvSpPr>
        <p:spPr>
          <a:xfrm>
            <a:off x="436189" y="439837"/>
            <a:ext cx="24785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5400" b="1" kern="1200" noProof="0">
                <a:solidFill>
                  <a:srgbClr val="29AE9D"/>
                </a:solidFill>
                <a:latin typeface="Mukta Regular" panose="020B0000000000000000" pitchFamily="34" charset="0"/>
                <a:ea typeface="Noto Sans CJK TC Regular" panose="020B0500000000000000" pitchFamily="34" charset="-128"/>
                <a:cs typeface="Mukta Regular" panose="020B0000000000000000" pitchFamily="34" charset="0"/>
              </a:rPr>
              <a:t>Agenda</a:t>
            </a:r>
            <a:endParaRPr kumimoji="1" lang="zh-TW" altLang="en-US" sz="5400" b="1" kern="1200">
              <a:solidFill>
                <a:srgbClr val="29AE9D"/>
              </a:solidFill>
              <a:latin typeface="Mukta Regular" panose="020B0000000000000000" pitchFamily="34" charset="0"/>
              <a:ea typeface="Noto Sans CJK TC Regular" panose="020B0500000000000000" pitchFamily="34" charset="-128"/>
              <a:cs typeface="Mukta Regular" panose="020B0000000000000000" pitchFamily="34" charset="0"/>
            </a:endParaRPr>
          </a:p>
        </p:txBody>
      </p:sp>
      <p:sp>
        <p:nvSpPr>
          <p:cNvPr id="41" name="內容版面配置區 40">
            <a:extLst>
              <a:ext uri="{FF2B5EF4-FFF2-40B4-BE49-F238E27FC236}">
                <a16:creationId xmlns:a16="http://schemas.microsoft.com/office/drawing/2014/main" id="{4ABE87E5-D7CA-E07F-14AE-0193030E568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813266" y="2648351"/>
            <a:ext cx="3068679" cy="53071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pPr lvl="0"/>
            <a:r>
              <a:rPr kumimoji="1" lang="zh-TW" altLang="en-US"/>
              <a:t>編輯母片文字樣式</a:t>
            </a:r>
          </a:p>
        </p:txBody>
      </p:sp>
      <p:sp>
        <p:nvSpPr>
          <p:cNvPr id="46" name="內容版面配置區 45">
            <a:extLst>
              <a:ext uri="{FF2B5EF4-FFF2-40B4-BE49-F238E27FC236}">
                <a16:creationId xmlns:a16="http://schemas.microsoft.com/office/drawing/2014/main" id="{896EDCE7-92CB-7404-8737-893542995F1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787629" y="2545952"/>
            <a:ext cx="864156" cy="735514"/>
          </a:xfrm>
          <a:prstGeom prst="parallelogram">
            <a:avLst/>
          </a:prstGeom>
          <a:solidFill>
            <a:srgbClr val="29AE9D"/>
          </a:solidFill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pPr lvl="0"/>
            <a:r>
              <a:rPr kumimoji="1" lang="zh-TW" altLang="en-US"/>
              <a:t>輸入編號</a:t>
            </a:r>
          </a:p>
        </p:txBody>
      </p:sp>
      <p:sp>
        <p:nvSpPr>
          <p:cNvPr id="47" name="內容版面配置區 40">
            <a:extLst>
              <a:ext uri="{FF2B5EF4-FFF2-40B4-BE49-F238E27FC236}">
                <a16:creationId xmlns:a16="http://schemas.microsoft.com/office/drawing/2014/main" id="{88AFF716-E14D-C4F2-C01E-B03AE92E83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501141" y="2648351"/>
            <a:ext cx="3068679" cy="53071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pPr lvl="0"/>
            <a:r>
              <a:rPr kumimoji="1" lang="zh-TW" altLang="en-US"/>
              <a:t>編輯母片文字樣式</a:t>
            </a:r>
          </a:p>
        </p:txBody>
      </p:sp>
      <p:sp>
        <p:nvSpPr>
          <p:cNvPr id="48" name="內容版面配置區 45">
            <a:extLst>
              <a:ext uri="{FF2B5EF4-FFF2-40B4-BE49-F238E27FC236}">
                <a16:creationId xmlns:a16="http://schemas.microsoft.com/office/drawing/2014/main" id="{30DEDB5C-C1A0-B676-902D-8A2BA6F2ECB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475504" y="2545952"/>
            <a:ext cx="864156" cy="735514"/>
          </a:xfrm>
          <a:prstGeom prst="parallelogram">
            <a:avLst/>
          </a:prstGeom>
          <a:solidFill>
            <a:srgbClr val="29AE9D"/>
          </a:solidFill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pPr lvl="0"/>
            <a:r>
              <a:rPr kumimoji="1" lang="zh-TW" altLang="en-US"/>
              <a:t>輸入編號</a:t>
            </a:r>
          </a:p>
        </p:txBody>
      </p:sp>
      <p:sp>
        <p:nvSpPr>
          <p:cNvPr id="49" name="內容版面配置區 40">
            <a:extLst>
              <a:ext uri="{FF2B5EF4-FFF2-40B4-BE49-F238E27FC236}">
                <a16:creationId xmlns:a16="http://schemas.microsoft.com/office/drawing/2014/main" id="{C68F3C21-0AB4-9FA9-A287-063BFF45DBC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813266" y="3817394"/>
            <a:ext cx="3068679" cy="53071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pPr lvl="0"/>
            <a:r>
              <a:rPr kumimoji="1" lang="zh-TW" altLang="en-US"/>
              <a:t>編輯母片文字樣式</a:t>
            </a:r>
          </a:p>
        </p:txBody>
      </p:sp>
      <p:sp>
        <p:nvSpPr>
          <p:cNvPr id="50" name="內容版面配置區 45">
            <a:extLst>
              <a:ext uri="{FF2B5EF4-FFF2-40B4-BE49-F238E27FC236}">
                <a16:creationId xmlns:a16="http://schemas.microsoft.com/office/drawing/2014/main" id="{3541B227-614B-9AE0-54D4-F646795663AC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787629" y="3714995"/>
            <a:ext cx="864156" cy="735514"/>
          </a:xfrm>
          <a:prstGeom prst="parallelogram">
            <a:avLst/>
          </a:prstGeom>
          <a:solidFill>
            <a:srgbClr val="29AE9D"/>
          </a:solidFill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pPr lvl="0"/>
            <a:r>
              <a:rPr kumimoji="1" lang="zh-TW" altLang="en-US"/>
              <a:t>輸入編號</a:t>
            </a:r>
          </a:p>
        </p:txBody>
      </p:sp>
      <p:sp>
        <p:nvSpPr>
          <p:cNvPr id="51" name="內容版面配置區 40">
            <a:extLst>
              <a:ext uri="{FF2B5EF4-FFF2-40B4-BE49-F238E27FC236}">
                <a16:creationId xmlns:a16="http://schemas.microsoft.com/office/drawing/2014/main" id="{DE866EA1-8734-C59C-6493-DC88BD5B4C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501141" y="3817394"/>
            <a:ext cx="3068679" cy="53071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pPr lvl="0"/>
            <a:r>
              <a:rPr kumimoji="1" lang="zh-TW" altLang="en-US"/>
              <a:t>編輯母片文字樣式</a:t>
            </a:r>
          </a:p>
        </p:txBody>
      </p:sp>
      <p:sp>
        <p:nvSpPr>
          <p:cNvPr id="52" name="內容版面配置區 45">
            <a:extLst>
              <a:ext uri="{FF2B5EF4-FFF2-40B4-BE49-F238E27FC236}">
                <a16:creationId xmlns:a16="http://schemas.microsoft.com/office/drawing/2014/main" id="{60C0B60A-5A81-4849-350D-9E3249309E9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7475504" y="3714995"/>
            <a:ext cx="864156" cy="735514"/>
          </a:xfrm>
          <a:prstGeom prst="parallelogram">
            <a:avLst/>
          </a:prstGeom>
          <a:solidFill>
            <a:srgbClr val="29AE9D"/>
          </a:solidFill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pPr lvl="0"/>
            <a:r>
              <a:rPr kumimoji="1" lang="zh-TW" altLang="en-US"/>
              <a:t>輸入編號</a:t>
            </a:r>
          </a:p>
        </p:txBody>
      </p:sp>
      <p:sp>
        <p:nvSpPr>
          <p:cNvPr id="53" name="內容版面配置區 40">
            <a:extLst>
              <a:ext uri="{FF2B5EF4-FFF2-40B4-BE49-F238E27FC236}">
                <a16:creationId xmlns:a16="http://schemas.microsoft.com/office/drawing/2014/main" id="{716CBCAF-7AB0-AE70-0AE2-FB4867BFFDE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813266" y="4870690"/>
            <a:ext cx="3068679" cy="53071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pPr lvl="0"/>
            <a:r>
              <a:rPr kumimoji="1" lang="zh-TW" altLang="en-US"/>
              <a:t>編輯母片文字樣式</a:t>
            </a:r>
          </a:p>
        </p:txBody>
      </p:sp>
      <p:sp>
        <p:nvSpPr>
          <p:cNvPr id="54" name="內容版面配置區 45">
            <a:extLst>
              <a:ext uri="{FF2B5EF4-FFF2-40B4-BE49-F238E27FC236}">
                <a16:creationId xmlns:a16="http://schemas.microsoft.com/office/drawing/2014/main" id="{52146E8B-CA29-C208-8B26-03B8CB51E6B4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2787629" y="4768291"/>
            <a:ext cx="864156" cy="735514"/>
          </a:xfrm>
          <a:prstGeom prst="parallelogram">
            <a:avLst/>
          </a:prstGeom>
          <a:solidFill>
            <a:srgbClr val="29AE9D"/>
          </a:solidFill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pPr lvl="0"/>
            <a:r>
              <a:rPr kumimoji="1" lang="zh-TW" altLang="en-US"/>
              <a:t>輸入編號</a:t>
            </a:r>
          </a:p>
        </p:txBody>
      </p:sp>
      <p:sp>
        <p:nvSpPr>
          <p:cNvPr id="55" name="內容版面配置區 40">
            <a:extLst>
              <a:ext uri="{FF2B5EF4-FFF2-40B4-BE49-F238E27FC236}">
                <a16:creationId xmlns:a16="http://schemas.microsoft.com/office/drawing/2014/main" id="{B6F4EE77-17F2-77C4-8EFD-C6514337F56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501141" y="4870690"/>
            <a:ext cx="3068679" cy="53071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pPr lvl="0"/>
            <a:r>
              <a:rPr kumimoji="1" lang="zh-TW" altLang="en-US"/>
              <a:t>編輯母片文字樣式</a:t>
            </a:r>
          </a:p>
        </p:txBody>
      </p:sp>
      <p:sp>
        <p:nvSpPr>
          <p:cNvPr id="56" name="內容版面配置區 45">
            <a:extLst>
              <a:ext uri="{FF2B5EF4-FFF2-40B4-BE49-F238E27FC236}">
                <a16:creationId xmlns:a16="http://schemas.microsoft.com/office/drawing/2014/main" id="{972BB3CA-65BF-B1E9-B605-D435180A2FAA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7475504" y="4768291"/>
            <a:ext cx="864156" cy="735514"/>
          </a:xfrm>
          <a:prstGeom prst="parallelogram">
            <a:avLst/>
          </a:prstGeom>
          <a:solidFill>
            <a:srgbClr val="29AE9D"/>
          </a:solidFill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pPr lvl="0"/>
            <a:r>
              <a:rPr kumimoji="1" lang="zh-TW" altLang="en-US"/>
              <a:t>輸入編號</a:t>
            </a:r>
          </a:p>
        </p:txBody>
      </p:sp>
    </p:spTree>
    <p:extLst>
      <p:ext uri="{BB962C8B-B14F-4D97-AF65-F5344CB8AC3E}">
        <p14:creationId xmlns:p14="http://schemas.microsoft.com/office/powerpoint/2010/main" val="204185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E392F738-8D03-45EF-D78E-A9FB879AE0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1476" y="0"/>
            <a:ext cx="3318933" cy="6858000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2CE1364E-5C19-FA91-77AF-4F01587B2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1187" y="587006"/>
            <a:ext cx="6645413" cy="911620"/>
          </a:xfrm>
          <a:prstGeom prst="rect">
            <a:avLst/>
          </a:prstGeom>
        </p:spPr>
        <p:txBody>
          <a:bodyPr anchor="t"/>
          <a:lstStyle>
            <a:lvl1pPr algn="l">
              <a:defRPr sz="4800" b="1">
                <a:solidFill>
                  <a:srgbClr val="3F3A3A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r>
              <a:rPr kumimoji="1" lang="zh-TW" altLang="en-US"/>
              <a:t>分隔頁主標題</a:t>
            </a:r>
          </a:p>
        </p:txBody>
      </p:sp>
      <p:sp>
        <p:nvSpPr>
          <p:cNvPr id="9" name="副標題 2">
            <a:extLst>
              <a:ext uri="{FF2B5EF4-FFF2-40B4-BE49-F238E27FC236}">
                <a16:creationId xmlns:a16="http://schemas.microsoft.com/office/drawing/2014/main" id="{823497FD-7FCD-C2FE-0631-9FCAA1CB38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1187" y="1622991"/>
            <a:ext cx="6326707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3F3A3A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分隔頁副標題</a:t>
            </a:r>
          </a:p>
        </p:txBody>
      </p:sp>
    </p:spTree>
    <p:extLst>
      <p:ext uri="{BB962C8B-B14F-4D97-AF65-F5344CB8AC3E}">
        <p14:creationId xmlns:p14="http://schemas.microsoft.com/office/powerpoint/2010/main" val="1073895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節標題">
    <p:bg>
      <p:bgPr>
        <a:solidFill>
          <a:srgbClr val="29AE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CE1364E-5C19-FA91-77AF-4F01587B2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1187" y="587006"/>
            <a:ext cx="6645413" cy="911620"/>
          </a:xfrm>
          <a:prstGeom prst="rect">
            <a:avLst/>
          </a:prstGeom>
        </p:spPr>
        <p:txBody>
          <a:bodyPr anchor="t"/>
          <a:lstStyle>
            <a:lvl1pPr algn="l">
              <a:defRPr sz="4800" b="1">
                <a:solidFill>
                  <a:schemeClr val="bg1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r>
              <a:rPr kumimoji="1" lang="zh-TW" altLang="en-US"/>
              <a:t>分隔頁主標題</a:t>
            </a:r>
          </a:p>
        </p:txBody>
      </p:sp>
      <p:sp>
        <p:nvSpPr>
          <p:cNvPr id="9" name="副標題 2">
            <a:extLst>
              <a:ext uri="{FF2B5EF4-FFF2-40B4-BE49-F238E27FC236}">
                <a16:creationId xmlns:a16="http://schemas.microsoft.com/office/drawing/2014/main" id="{823497FD-7FCD-C2FE-0631-9FCAA1CB38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1187" y="1622991"/>
            <a:ext cx="6326707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分隔頁副標題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61B3B78-D8B0-B0B7-9134-E00E323449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3328223"/>
            <a:ext cx="12176982" cy="294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95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547CDDC2-BA45-4C4E-F6DC-0B8D68A4FBC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617134"/>
            <a:ext cx="12192000" cy="3623732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2CE1364E-5C19-FA91-77AF-4F01587B2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73293" y="2616245"/>
            <a:ext cx="6645413" cy="911620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rgbClr val="3F3A3A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r>
              <a:rPr kumimoji="1" lang="zh-TW" altLang="en-US"/>
              <a:t>分隔頁主標題</a:t>
            </a:r>
          </a:p>
        </p:txBody>
      </p:sp>
      <p:sp>
        <p:nvSpPr>
          <p:cNvPr id="9" name="副標題 2">
            <a:extLst>
              <a:ext uri="{FF2B5EF4-FFF2-40B4-BE49-F238E27FC236}">
                <a16:creationId xmlns:a16="http://schemas.microsoft.com/office/drawing/2014/main" id="{823497FD-7FCD-C2FE-0631-9FCAA1CB38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645" y="3743415"/>
            <a:ext cx="6326707" cy="60604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0">
                <a:solidFill>
                  <a:srgbClr val="3F3A3A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分隔頁副標題</a:t>
            </a:r>
          </a:p>
        </p:txBody>
      </p:sp>
    </p:spTree>
    <p:extLst>
      <p:ext uri="{BB962C8B-B14F-4D97-AF65-F5344CB8AC3E}">
        <p14:creationId xmlns:p14="http://schemas.microsoft.com/office/powerpoint/2010/main" val="2549932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CE8D0A6D-1229-9743-6263-0A823CE10459}"/>
              </a:ext>
            </a:extLst>
          </p:cNvPr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31750">
            <a:solidFill>
              <a:srgbClr val="29AE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2F0C0E5-1F9D-B66D-D2E8-C39C5EBCDBF3}"/>
              </a:ext>
            </a:extLst>
          </p:cNvPr>
          <p:cNvSpPr txBox="1"/>
          <p:nvPr userDrawn="1"/>
        </p:nvSpPr>
        <p:spPr>
          <a:xfrm>
            <a:off x="132009" y="6488668"/>
            <a:ext cx="61110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/>
              <a:t>Facilitating Control Innovation</a:t>
            </a:r>
          </a:p>
        </p:txBody>
      </p:sp>
      <p:sp>
        <p:nvSpPr>
          <p:cNvPr id="12" name="投影片編號版面配置區 8">
            <a:extLst>
              <a:ext uri="{FF2B5EF4-FFF2-40B4-BE49-F238E27FC236}">
                <a16:creationId xmlns:a16="http://schemas.microsoft.com/office/drawing/2014/main" id="{102C032D-8DE9-5386-F15A-DD6D7C66D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21148" y="6478074"/>
            <a:ext cx="2267107" cy="365125"/>
          </a:xfrm>
          <a:prstGeom prst="rect">
            <a:avLst/>
          </a:prstGeom>
        </p:spPr>
        <p:txBody>
          <a:bodyPr/>
          <a:lstStyle/>
          <a:p>
            <a:fld id="{296995A3-51C5-3745-9E63-D6C011083F1B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13" name="標題 1">
            <a:extLst>
              <a:ext uri="{FF2B5EF4-FFF2-40B4-BE49-F238E27FC236}">
                <a16:creationId xmlns:a16="http://schemas.microsoft.com/office/drawing/2014/main" id="{02B49B0F-148E-ADC9-7523-7EAF9F74AE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9521" y="451778"/>
            <a:ext cx="3924750" cy="546329"/>
          </a:xfrm>
          <a:prstGeom prst="rect">
            <a:avLst/>
          </a:prstGeom>
        </p:spPr>
        <p:txBody>
          <a:bodyPr anchor="t"/>
          <a:lstStyle>
            <a:lvl1pPr algn="l">
              <a:defRPr sz="2800" b="1">
                <a:solidFill>
                  <a:srgbClr val="29AE9D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r>
              <a:rPr kumimoji="1" lang="zh-TW" altLang="en-US"/>
              <a:t>內頁主標題</a:t>
            </a:r>
          </a:p>
        </p:txBody>
      </p:sp>
      <p:sp>
        <p:nvSpPr>
          <p:cNvPr id="16" name="副標題 2">
            <a:extLst>
              <a:ext uri="{FF2B5EF4-FFF2-40B4-BE49-F238E27FC236}">
                <a16:creationId xmlns:a16="http://schemas.microsoft.com/office/drawing/2014/main" id="{93C12410-6CFF-2967-1D3E-E7E4FBA0B7F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9522" y="1773238"/>
            <a:ext cx="5148242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>
                <a:solidFill>
                  <a:srgbClr val="3F3A3A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內頁文字</a:t>
            </a:r>
          </a:p>
        </p:txBody>
      </p:sp>
    </p:spTree>
    <p:extLst>
      <p:ext uri="{BB962C8B-B14F-4D97-AF65-F5344CB8AC3E}">
        <p14:creationId xmlns:p14="http://schemas.microsoft.com/office/powerpoint/2010/main" val="961766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FB9E7D6E-DAEE-22E7-7A37-F7D20E73D2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052272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2B027F3-EC2E-4067-D921-5E5E28D7CA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2052271"/>
            <a:ext cx="12192000" cy="480572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53FE25E1-B9BE-126A-A3D3-23C49E79B02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10210" y="787942"/>
            <a:ext cx="2606043" cy="534158"/>
          </a:xfrm>
          <a:prstGeom prst="rect">
            <a:avLst/>
          </a:prstGeom>
        </p:spPr>
      </p:pic>
      <p:sp>
        <p:nvSpPr>
          <p:cNvPr id="9" name="標題 1">
            <a:extLst>
              <a:ext uri="{FF2B5EF4-FFF2-40B4-BE49-F238E27FC236}">
                <a16:creationId xmlns:a16="http://schemas.microsoft.com/office/drawing/2014/main" id="{37B58E0D-024B-AC4E-0B2E-D0E98C96FD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95807" y="540408"/>
            <a:ext cx="3585983" cy="1029226"/>
          </a:xfrm>
          <a:prstGeom prst="rect">
            <a:avLst/>
          </a:prstGeo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  <a:latin typeface="Mukta Regular" panose="020B0000000000000000" pitchFamily="34" charset="0"/>
                <a:ea typeface="Noto Sans CJK TC Regular" panose="020B0500000000000000" pitchFamily="34" charset="-128"/>
                <a:cs typeface="Mukta Regular" panose="020B0000000000000000" pitchFamily="34" charset="0"/>
              </a:defRPr>
            </a:lvl1pPr>
          </a:lstStyle>
          <a:p>
            <a:r>
              <a:rPr kumimoji="1" lang="en-US" altLang="zh-TW"/>
              <a:t>Thank You for</a:t>
            </a:r>
            <a:br>
              <a:rPr kumimoji="1" lang="en-US" altLang="zh-TW"/>
            </a:br>
            <a:r>
              <a:rPr kumimoji="1" lang="en-US" altLang="zh-TW"/>
              <a:t>Your Attention</a:t>
            </a:r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669550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CC5CCB7E-2D16-4C36-05F3-51C0A53E35CC}"/>
              </a:ext>
            </a:extLst>
          </p:cNvPr>
          <p:cNvSpPr/>
          <p:nvPr userDrawn="1"/>
        </p:nvSpPr>
        <p:spPr>
          <a:xfrm>
            <a:off x="1346200" y="0"/>
            <a:ext cx="4064000" cy="68580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0B0D3D6-F2E9-A58C-5881-182E52C59C1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369560" y="6209488"/>
            <a:ext cx="590079" cy="419161"/>
          </a:xfrm>
          <a:prstGeom prst="rect">
            <a:avLst/>
          </a:prstGeom>
          <a:noFill/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C7C349B-ED26-8528-DE45-F213FE2D82C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21875" r="21875"/>
          <a:stretch/>
        </p:blipFill>
        <p:spPr>
          <a:xfrm>
            <a:off x="1891795" y="1086952"/>
            <a:ext cx="3045964" cy="3045964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381445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42CA935E-D391-196C-DBA1-C20538997507}"/>
              </a:ext>
            </a:extLst>
          </p:cNvPr>
          <p:cNvSpPr/>
          <p:nvPr userDrawn="1"/>
        </p:nvSpPr>
        <p:spPr>
          <a:xfrm>
            <a:off x="0" y="3051208"/>
            <a:ext cx="3965823" cy="2425758"/>
          </a:xfrm>
          <a:prstGeom prst="rect">
            <a:avLst/>
          </a:prstGeom>
          <a:solidFill>
            <a:srgbClr val="33CC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平行四邊形 6">
            <a:extLst>
              <a:ext uri="{FF2B5EF4-FFF2-40B4-BE49-F238E27FC236}">
                <a16:creationId xmlns:a16="http://schemas.microsoft.com/office/drawing/2014/main" id="{AB275378-4DDD-EEBC-EA12-2B95EA709DE1}"/>
              </a:ext>
            </a:extLst>
          </p:cNvPr>
          <p:cNvSpPr/>
          <p:nvPr userDrawn="1"/>
        </p:nvSpPr>
        <p:spPr>
          <a:xfrm rot="5400000">
            <a:off x="2861602" y="4155429"/>
            <a:ext cx="2687121" cy="478679"/>
          </a:xfrm>
          <a:prstGeom prst="parallelogram">
            <a:avLst>
              <a:gd name="adj" fmla="val 57258"/>
            </a:avLst>
          </a:prstGeom>
          <a:solidFill>
            <a:srgbClr val="009999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0221428-7C05-F146-8ABC-C88B18CB5690}"/>
              </a:ext>
            </a:extLst>
          </p:cNvPr>
          <p:cNvSpPr/>
          <p:nvPr userDrawn="1"/>
        </p:nvSpPr>
        <p:spPr>
          <a:xfrm>
            <a:off x="4444502" y="3312571"/>
            <a:ext cx="7765151" cy="2425758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FBB4B31-3935-181D-ABEC-3593BC615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7139" y="4172571"/>
            <a:ext cx="47625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7630638-4F04-C814-28BC-338EFF7DA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2023/6/30</a:t>
            </a:r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9699A78-17B8-E6C4-79ED-C1129CD73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C6DBE99-4F46-B4C9-1EA7-1675A3415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BF6D2-2176-46B8-8079-8715483BD4A2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B6664D6E-B0C0-9673-DCEA-F0005A1194B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369560" y="6209488"/>
            <a:ext cx="590079" cy="41916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08164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4802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89167BC-CDF0-587A-3E85-118509C6BC7C}"/>
              </a:ext>
            </a:extLst>
          </p:cNvPr>
          <p:cNvSpPr txBox="1">
            <a:spLocks/>
          </p:cNvSpPr>
          <p:nvPr/>
        </p:nvSpPr>
        <p:spPr>
          <a:xfrm>
            <a:off x="5967788" y="2146682"/>
            <a:ext cx="5783921" cy="84175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MS Gothic"/>
              <a:cs typeface="Arial"/>
            </a:endParaRPr>
          </a:p>
        </p:txBody>
      </p:sp>
      <p:sp>
        <p:nvSpPr>
          <p:cNvPr id="15" name="副標題 2">
            <a:extLst>
              <a:ext uri="{FF2B5EF4-FFF2-40B4-BE49-F238E27FC236}">
                <a16:creationId xmlns:a16="http://schemas.microsoft.com/office/drawing/2014/main" id="{DB568A1F-A0F9-9223-5963-B056B96ECDD2}"/>
              </a:ext>
            </a:extLst>
          </p:cNvPr>
          <p:cNvSpPr txBox="1">
            <a:spLocks/>
          </p:cNvSpPr>
          <p:nvPr/>
        </p:nvSpPr>
        <p:spPr>
          <a:xfrm>
            <a:off x="7136637" y="5314490"/>
            <a:ext cx="1856742" cy="384803"/>
          </a:xfrm>
          <a:prstGeom prst="rect">
            <a:avLst/>
          </a:prstGeom>
        </p:spPr>
        <p:txBody>
          <a:bodyPr>
            <a:normAutofit fontScale="85000" lnSpcReduction="10000"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TW" sz="16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Present by: Gary Tzeng</a:t>
            </a:r>
            <a:endParaRPr kumimoji="0" lang="zh-TW" altLang="en-US" sz="160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037A7F78-7F09-1679-343D-527C6BB282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187" y="2350490"/>
            <a:ext cx="8007869" cy="1897659"/>
          </a:xfrm>
        </p:spPr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/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Ragic / KM / Flow Project Task Force Meeting</a:t>
            </a:r>
            <a:b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dirty="0"/>
            </a:b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71114C4-641B-3093-3261-887D3C12533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fld id="{E16BF6D2-2176-46B8-8079-8715483BD4A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9200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6FD71-0834-B050-F22D-AD4E86CD1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66604721-39EC-B3B5-0086-9839B250BF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zh-TW" altLang="en-US" b="1" dirty="0">
                <a:latin typeface="Calibri"/>
                <a:ea typeface="微軟正黑體"/>
              </a:rPr>
              <a:t>上月執行項目</a:t>
            </a:r>
            <a:r>
              <a:rPr lang="zh-TW" altLang="en-US" dirty="0">
                <a:latin typeface="Calibri"/>
                <a:ea typeface="微軟正黑體"/>
              </a:rPr>
              <a:t>-</a:t>
            </a:r>
            <a:r>
              <a:rPr lang="en-US" altLang="zh-TW" dirty="0">
                <a:latin typeface="Calibri"/>
                <a:ea typeface="微軟正黑體"/>
              </a:rPr>
              <a:t>Gary</a:t>
            </a:r>
            <a:endParaRPr lang="zh-TW" altLang="en-US" b="1" dirty="0">
              <a:latin typeface="Calibri"/>
              <a:ea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126F7EC-36E4-4BB9-94D5-A59396CA5EAE}"/>
              </a:ext>
            </a:extLst>
          </p:cNvPr>
          <p:cNvSpPr txBox="1"/>
          <p:nvPr/>
        </p:nvSpPr>
        <p:spPr>
          <a:xfrm>
            <a:off x="406400" y="1117600"/>
            <a:ext cx="11379200" cy="381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zh-TW" sz="2800" b="1" dirty="0">
                <a:solidFill>
                  <a:srgbClr val="29AE9D"/>
                </a:solidFill>
                <a:latin typeface="Calibri"/>
                <a:ea typeface="微軟正黑體"/>
              </a:rPr>
              <a:t>1  Ragic、n8n &amp; PowerAutomate（1/2）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14BD2463-389F-4C0B-BE16-7345D420933F}"/>
              </a:ext>
            </a:extLst>
          </p:cNvPr>
          <p:cNvSpPr/>
          <p:nvPr/>
        </p:nvSpPr>
        <p:spPr>
          <a:xfrm>
            <a:off x="406400" y="2413000"/>
            <a:ext cx="11379200" cy="1418970"/>
          </a:xfrm>
          <a:prstGeom prst="roundRect">
            <a:avLst/>
          </a:prstGeom>
          <a:solidFill>
            <a:srgbClr val="EA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63500" tIns="63500" rIns="63500" bIns="63500" rtlCol="0" anchor="t">
            <a:sp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  <a:buNone/>
              <a:defRPr sz="2400" b="1">
                <a:solidFill>
                  <a:srgbClr val="000000"/>
                </a:solidFill>
                <a:latin typeface="Microsoft JhengHei"/>
              </a:defRPr>
            </a:pPr>
            <a:r>
              <a:rPr dirty="0"/>
              <a:t>Ragic </a:t>
            </a:r>
            <a:r>
              <a:rPr dirty="0" err="1"/>
              <a:t>系統功能開發與優化</a:t>
            </a:r>
            <a:endParaRPr dirty="0"/>
          </a:p>
          <a:p>
            <a:pPr>
              <a:lnSpc>
                <a:spcPct val="115000"/>
              </a:lnSpc>
              <a:spcAft>
                <a:spcPts val="200"/>
              </a:spcAft>
              <a:defRPr sz="2000" b="0">
                <a:solidFill>
                  <a:srgbClr val="646464"/>
                </a:solidFill>
                <a:latin typeface="Microsoft JhengHei"/>
              </a:defRPr>
            </a:pPr>
            <a:r>
              <a:rPr dirty="0"/>
              <a:t>• </a:t>
            </a:r>
            <a:r>
              <a:rPr lang="en-US" dirty="0" err="1"/>
              <a:t>ON-OFF</a:t>
            </a:r>
            <a:r>
              <a:rPr dirty="0" err="1"/>
              <a:t>維修資料庫優化：新增「從工作回報自動帶入檢修報告」功能，減少重複填寫</a:t>
            </a:r>
            <a:r>
              <a:rPr dirty="0"/>
              <a:t>。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2000" b="0">
                <a:solidFill>
                  <a:srgbClr val="646464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水測規格欄位新增：設置</a:t>
            </a:r>
            <a:r>
              <a:rPr dirty="0"/>
              <a:t> API527 </a:t>
            </a:r>
            <a:r>
              <a:rPr dirty="0" err="1"/>
              <a:t>允許洩漏量等水測相關配置欄位</a:t>
            </a:r>
            <a:r>
              <a:rPr dirty="0"/>
              <a:t>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49130D4-DBA6-4AEB-8722-742BAC808FF0}"/>
              </a:ext>
            </a:extLst>
          </p:cNvPr>
          <p:cNvSpPr/>
          <p:nvPr/>
        </p:nvSpPr>
        <p:spPr>
          <a:xfrm>
            <a:off x="406400" y="2413000"/>
            <a:ext cx="45719" cy="1418970"/>
          </a:xfrm>
          <a:prstGeom prst="rect">
            <a:avLst/>
          </a:prstGeom>
          <a:solidFill>
            <a:srgbClr val="29AE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Calibri"/>
              <a:ea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017422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6FD71-0834-B050-F22D-AD4E86CD1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66604721-39EC-B3B5-0086-9839B250BF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zh-TW" altLang="en-US" b="1" dirty="0">
                <a:latin typeface="Calibri"/>
                <a:ea typeface="微軟正黑體"/>
              </a:rPr>
              <a:t>上月執行項目</a:t>
            </a:r>
            <a:r>
              <a:rPr lang="zh-TW" altLang="en-US" dirty="0">
                <a:latin typeface="Calibri"/>
                <a:ea typeface="微軟正黑體"/>
              </a:rPr>
              <a:t>-</a:t>
            </a:r>
            <a:r>
              <a:rPr lang="en-US" altLang="zh-TW" dirty="0">
                <a:latin typeface="Calibri"/>
                <a:ea typeface="微軟正黑體"/>
              </a:rPr>
              <a:t>Gary</a:t>
            </a:r>
            <a:endParaRPr lang="zh-TW" altLang="en-US" b="1" dirty="0">
              <a:latin typeface="Calibri"/>
              <a:ea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126F7EC-36E4-4BB9-94D5-A59396CA5EAE}"/>
              </a:ext>
            </a:extLst>
          </p:cNvPr>
          <p:cNvSpPr txBox="1"/>
          <p:nvPr/>
        </p:nvSpPr>
        <p:spPr>
          <a:xfrm>
            <a:off x="406400" y="1117600"/>
            <a:ext cx="11379200" cy="381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zh-TW" sz="2800" b="1" dirty="0">
                <a:solidFill>
                  <a:srgbClr val="29AE9D"/>
                </a:solidFill>
                <a:latin typeface="Calibri"/>
                <a:ea typeface="微軟正黑體"/>
              </a:rPr>
              <a:t>1  Ragic、n8n &amp; PowerAutomate（2/2）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02A3ABAE-970D-4C30-B73E-281F3E18341D}"/>
              </a:ext>
            </a:extLst>
          </p:cNvPr>
          <p:cNvSpPr/>
          <p:nvPr/>
        </p:nvSpPr>
        <p:spPr>
          <a:xfrm>
            <a:off x="406400" y="1778000"/>
            <a:ext cx="11379200" cy="1838943"/>
          </a:xfrm>
          <a:prstGeom prst="roundRect">
            <a:avLst/>
          </a:prstGeom>
          <a:solidFill>
            <a:srgbClr val="EA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63500" tIns="63500" rIns="63500" bIns="63500" rtlCol="0" anchor="t">
            <a:sp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  <a:buNone/>
              <a:defRPr sz="2400" b="1">
                <a:solidFill>
                  <a:srgbClr val="000000"/>
                </a:solidFill>
                <a:latin typeface="Microsoft JhengHei"/>
              </a:defRPr>
            </a:pPr>
            <a:r>
              <a:rPr dirty="0"/>
              <a:t>n8n </a:t>
            </a:r>
            <a:r>
              <a:rPr dirty="0" err="1"/>
              <a:t>工作流開發與除錯</a:t>
            </a:r>
            <a:endParaRPr dirty="0"/>
          </a:p>
          <a:p>
            <a:pPr>
              <a:lnSpc>
                <a:spcPct val="115000"/>
              </a:lnSpc>
              <a:spcAft>
                <a:spcPts val="200"/>
              </a:spcAft>
              <a:defRPr sz="2000" b="0">
                <a:solidFill>
                  <a:srgbClr val="646464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採購網爬蟲優化</a:t>
            </a:r>
            <a:r>
              <a:rPr dirty="0"/>
              <a:t>：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繞過反爬蟲、</a:t>
            </a:r>
            <a:r>
              <a:rPr dirty="0" err="1"/>
              <a:t>排除網站遮罩干擾與資料清洗，使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招標</a:t>
            </a:r>
            <a:r>
              <a:rPr dirty="0" err="1"/>
              <a:t>資料能穩定寫入</a:t>
            </a:r>
            <a:r>
              <a:rPr dirty="0"/>
              <a:t> Ragic。</a:t>
            </a:r>
            <a:endParaRPr lang="en-US" dirty="0"/>
          </a:p>
          <a:p>
            <a:pPr>
              <a:lnSpc>
                <a:spcPct val="115000"/>
              </a:lnSpc>
              <a:spcAft>
                <a:spcPts val="200"/>
              </a:spcAft>
              <a:defRPr sz="2000" b="0">
                <a:solidFill>
                  <a:srgbClr val="646464"/>
                </a:solidFill>
                <a:latin typeface="Microsoft JhengHei"/>
              </a:defRPr>
            </a:pPr>
            <a:endParaRPr lang="en-US" dirty="0"/>
          </a:p>
          <a:p>
            <a:pPr>
              <a:lnSpc>
                <a:spcPct val="115000"/>
              </a:lnSpc>
              <a:spcAft>
                <a:spcPts val="200"/>
              </a:spcAft>
              <a:defRPr sz="2000" b="0">
                <a:solidFill>
                  <a:srgbClr val="646464"/>
                </a:solidFill>
                <a:latin typeface="Microsoft JhengHei"/>
              </a:defRPr>
            </a:pPr>
            <a:endParaRPr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86B1E64-CA6F-4B6E-9F54-42B7802D459D}"/>
              </a:ext>
            </a:extLst>
          </p:cNvPr>
          <p:cNvSpPr/>
          <p:nvPr/>
        </p:nvSpPr>
        <p:spPr>
          <a:xfrm>
            <a:off x="406400" y="1778000"/>
            <a:ext cx="50800" cy="1838943"/>
          </a:xfrm>
          <a:prstGeom prst="rect">
            <a:avLst/>
          </a:prstGeom>
          <a:solidFill>
            <a:srgbClr val="29AE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Calibri"/>
              <a:ea typeface="微軟正黑體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0FE6A428-5329-4AAB-9CF4-7B092C7241BA}"/>
              </a:ext>
            </a:extLst>
          </p:cNvPr>
          <p:cNvSpPr/>
          <p:nvPr/>
        </p:nvSpPr>
        <p:spPr>
          <a:xfrm>
            <a:off x="406400" y="4866927"/>
            <a:ext cx="11379200" cy="1314260"/>
          </a:xfrm>
          <a:prstGeom prst="roundRect">
            <a:avLst/>
          </a:prstGeom>
          <a:solidFill>
            <a:srgbClr val="EA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63500" tIns="63500" rIns="63500" bIns="63500" rtlCol="0" anchor="t">
            <a:sp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  <a:buNone/>
              <a:defRPr sz="2400" b="1">
                <a:solidFill>
                  <a:srgbClr val="000000"/>
                </a:solidFill>
                <a:latin typeface="Microsoft JhengHei"/>
              </a:defRPr>
            </a:pPr>
            <a:r>
              <a:t>PowerAutomate 流程優化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2000" b="0">
                <a:solidFill>
                  <a:srgbClr val="646464"/>
                </a:solidFill>
                <a:latin typeface="Microsoft JhengHei"/>
              </a:defRPr>
            </a:pPr>
            <a:r>
              <a:t>• 本月無新增 DD-NSD 相關 PowerAutomate 流程變更。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A27248D-396D-4BD8-9AEA-9B7A679FA9BB}"/>
              </a:ext>
            </a:extLst>
          </p:cNvPr>
          <p:cNvSpPr/>
          <p:nvPr/>
        </p:nvSpPr>
        <p:spPr>
          <a:xfrm>
            <a:off x="406400" y="4866927"/>
            <a:ext cx="50800" cy="1314260"/>
          </a:xfrm>
          <a:prstGeom prst="rect">
            <a:avLst/>
          </a:prstGeom>
          <a:solidFill>
            <a:srgbClr val="29AE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Calibri"/>
              <a:ea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442366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D30D6-C9D3-F79D-2216-1D87966E6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EA05FF3D-B5DE-AA90-DF67-F85DEBCB6A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zh-TW" altLang="en-US" b="1" dirty="0">
                <a:latin typeface="Calibri"/>
                <a:ea typeface="微軟正黑體"/>
              </a:rPr>
              <a:t>上月執行項目</a:t>
            </a:r>
            <a:r>
              <a:rPr lang="zh-TW" altLang="en-US" dirty="0">
                <a:latin typeface="Calibri"/>
                <a:ea typeface="微軟正黑體"/>
              </a:rPr>
              <a:t>-</a:t>
            </a:r>
            <a:r>
              <a:rPr lang="en-US" altLang="zh-TW" dirty="0">
                <a:latin typeface="Calibri"/>
                <a:ea typeface="微軟正黑體"/>
              </a:rPr>
              <a:t>Gary</a:t>
            </a:r>
            <a:endParaRPr lang="zh-TW" altLang="en-US" b="1" dirty="0">
              <a:latin typeface="Calibri"/>
              <a:ea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86C609E-DD81-4211-A959-4BAD38F14E4C}"/>
              </a:ext>
            </a:extLst>
          </p:cNvPr>
          <p:cNvSpPr txBox="1"/>
          <p:nvPr/>
        </p:nvSpPr>
        <p:spPr>
          <a:xfrm>
            <a:off x="406400" y="1092200"/>
            <a:ext cx="113792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r>
              <a:rPr lang="zh-TW" altLang="en-US" sz="2800" b="1" dirty="0">
                <a:solidFill>
                  <a:srgbClr val="29AE9D"/>
                </a:solidFill>
                <a:latin typeface="Calibri"/>
                <a:ea typeface="微軟正黑體"/>
              </a:rPr>
              <a:t>2  FCI Portal（1/4）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1E86E955-43C7-4811-A355-A603C47E44D0}"/>
              </a:ext>
            </a:extLst>
          </p:cNvPr>
          <p:cNvSpPr/>
          <p:nvPr/>
        </p:nvSpPr>
        <p:spPr>
          <a:xfrm>
            <a:off x="299521" y="1890171"/>
            <a:ext cx="11379200" cy="2179036"/>
          </a:xfrm>
          <a:prstGeom prst="roundRect">
            <a:avLst/>
          </a:prstGeom>
          <a:solidFill>
            <a:srgbClr val="EA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63500" tIns="63500" rIns="63500" bIns="63500" rtlCol="0" anchor="t">
            <a:sp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  <a:buNone/>
              <a:defRPr sz="2400" b="1">
                <a:solidFill>
                  <a:srgbClr val="000000"/>
                </a:solidFill>
                <a:latin typeface="Microsoft JhengHei"/>
              </a:defRPr>
            </a:pPr>
            <a:r>
              <a:rPr dirty="0"/>
              <a:t>CIL </a:t>
            </a:r>
            <a:r>
              <a:rPr dirty="0" err="1"/>
              <a:t>工作獎金看板</a:t>
            </a:r>
            <a:endParaRPr dirty="0"/>
          </a:p>
          <a:p>
            <a:pPr>
              <a:lnSpc>
                <a:spcPct val="115000"/>
              </a:lnSpc>
              <a:spcAft>
                <a:spcPts val="200"/>
              </a:spcAft>
              <a:defRPr sz="2000" b="0">
                <a:solidFill>
                  <a:srgbClr val="646464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歷年分析與趨勢圖：新增分析比較功能，建立四個歷年趨勢回顧視圖</a:t>
            </a:r>
            <a:r>
              <a:rPr dirty="0"/>
              <a:t>。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2000" b="0">
                <a:solidFill>
                  <a:srgbClr val="646464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補齊歷史計算規則：補上</a:t>
            </a:r>
            <a:r>
              <a:rPr dirty="0"/>
              <a:t> 2024 與 2025 </a:t>
            </a:r>
            <a:r>
              <a:rPr dirty="0" err="1"/>
              <a:t>年獎金標準，修正歷史激勵加成指標</a:t>
            </a:r>
            <a:r>
              <a:rPr dirty="0"/>
              <a:t>。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2000" b="0">
                <a:solidFill>
                  <a:srgbClr val="646464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記分板自動化：完成</a:t>
            </a:r>
            <a:r>
              <a:rPr dirty="0"/>
              <a:t> Q1-Q4 </a:t>
            </a:r>
            <a:r>
              <a:rPr dirty="0" err="1"/>
              <a:t>個人記分板自動計算並停用舊看板，優化安全性</a:t>
            </a:r>
            <a:r>
              <a:rPr dirty="0"/>
              <a:t>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1DD173B-4147-4036-9ADB-6BDDE2770D52}"/>
              </a:ext>
            </a:extLst>
          </p:cNvPr>
          <p:cNvSpPr/>
          <p:nvPr/>
        </p:nvSpPr>
        <p:spPr>
          <a:xfrm>
            <a:off x="299521" y="1927225"/>
            <a:ext cx="50800" cy="2176907"/>
          </a:xfrm>
          <a:prstGeom prst="rect">
            <a:avLst/>
          </a:prstGeom>
          <a:solidFill>
            <a:srgbClr val="29AE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Calibri"/>
              <a:ea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375050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D30D6-C9D3-F79D-2216-1D87966E6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EA05FF3D-B5DE-AA90-DF67-F85DEBCB6A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zh-TW" altLang="en-US" b="1" dirty="0">
                <a:latin typeface="Calibri"/>
                <a:ea typeface="微軟正黑體"/>
              </a:rPr>
              <a:t>上月執行項目</a:t>
            </a:r>
            <a:r>
              <a:rPr lang="zh-TW" altLang="en-US" dirty="0">
                <a:latin typeface="Calibri"/>
                <a:ea typeface="微軟正黑體"/>
              </a:rPr>
              <a:t>-</a:t>
            </a:r>
            <a:r>
              <a:rPr lang="en-US" altLang="zh-TW" dirty="0">
                <a:latin typeface="Calibri"/>
                <a:ea typeface="微軟正黑體"/>
              </a:rPr>
              <a:t>Gary</a:t>
            </a:r>
            <a:endParaRPr lang="zh-TW" altLang="en-US" b="1" dirty="0">
              <a:latin typeface="Calibri"/>
              <a:ea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86C609E-DD81-4211-A959-4BAD38F14E4C}"/>
              </a:ext>
            </a:extLst>
          </p:cNvPr>
          <p:cNvSpPr txBox="1"/>
          <p:nvPr/>
        </p:nvSpPr>
        <p:spPr>
          <a:xfrm>
            <a:off x="406400" y="1092200"/>
            <a:ext cx="113792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r>
              <a:rPr lang="zh-TW" altLang="en-US" sz="2800" b="1" dirty="0">
                <a:solidFill>
                  <a:srgbClr val="29AE9D"/>
                </a:solidFill>
                <a:latin typeface="Calibri"/>
                <a:ea typeface="微軟正黑體"/>
              </a:rPr>
              <a:t>2  FCI Portal（2/4）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D5A8F7AB-0768-4661-96B5-8A28D20DD3B3}"/>
              </a:ext>
            </a:extLst>
          </p:cNvPr>
          <p:cNvSpPr/>
          <p:nvPr/>
        </p:nvSpPr>
        <p:spPr>
          <a:xfrm>
            <a:off x="406400" y="1841500"/>
            <a:ext cx="11379200" cy="2534453"/>
          </a:xfrm>
          <a:prstGeom prst="roundRect">
            <a:avLst/>
          </a:prstGeom>
          <a:solidFill>
            <a:srgbClr val="EA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63500" tIns="63500" rIns="63500" bIns="63500" rtlCol="0" anchor="t">
            <a:sp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  <a:buNone/>
              <a:defRPr sz="2400" b="1">
                <a:solidFill>
                  <a:srgbClr val="000000"/>
                </a:solidFill>
                <a:latin typeface="Microsoft JhengHei"/>
              </a:defRPr>
            </a:pPr>
            <a:r>
              <a:rPr dirty="0" err="1"/>
              <a:t>派工戰情中心</a:t>
            </a:r>
            <a:endParaRPr dirty="0"/>
          </a:p>
          <a:p>
            <a:pPr>
              <a:lnSpc>
                <a:spcPct val="115000"/>
              </a:lnSpc>
              <a:spcAft>
                <a:spcPts val="200"/>
              </a:spcAft>
              <a:defRPr sz="2000" b="0">
                <a:solidFill>
                  <a:srgbClr val="646464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人力衝突警示：於排程時間軸上實作人力衝突提示與懸停說明，便利調度識別</a:t>
            </a:r>
            <a:r>
              <a:rPr dirty="0"/>
              <a:t>。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2000" b="0">
                <a:solidFill>
                  <a:srgbClr val="646464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預排案件優化：放寬條件限制，使未建專案編號的預排案件能正常呈現，防誤刪</a:t>
            </a:r>
            <a:r>
              <a:rPr dirty="0"/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D09587-B477-4337-A9F7-1275251C0731}"/>
              </a:ext>
            </a:extLst>
          </p:cNvPr>
          <p:cNvSpPr/>
          <p:nvPr/>
        </p:nvSpPr>
        <p:spPr>
          <a:xfrm>
            <a:off x="406400" y="1841500"/>
            <a:ext cx="50800" cy="2534453"/>
          </a:xfrm>
          <a:prstGeom prst="rect">
            <a:avLst/>
          </a:prstGeom>
          <a:solidFill>
            <a:srgbClr val="29AE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Calibri"/>
              <a:ea typeface="微軟正黑體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B69F2343-F8EE-4F1F-90AD-BA6F54BD365F}"/>
              </a:ext>
            </a:extLst>
          </p:cNvPr>
          <p:cNvSpPr/>
          <p:nvPr/>
        </p:nvSpPr>
        <p:spPr>
          <a:xfrm>
            <a:off x="406400" y="4756953"/>
            <a:ext cx="11379200" cy="1433442"/>
          </a:xfrm>
          <a:prstGeom prst="roundRect">
            <a:avLst/>
          </a:prstGeom>
          <a:solidFill>
            <a:srgbClr val="EA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63500" tIns="63500" rIns="63500" bIns="63500" rtlCol="0" anchor="t">
            <a:sp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  <a:buNone/>
              <a:defRPr sz="2400" b="1">
                <a:solidFill>
                  <a:srgbClr val="000000"/>
                </a:solidFill>
                <a:latin typeface="Microsoft JhengHei"/>
              </a:defRPr>
            </a:pPr>
            <a:r>
              <a:rPr dirty="0" err="1"/>
              <a:t>工作回報</a:t>
            </a:r>
            <a:r>
              <a:rPr dirty="0"/>
              <a:t> (FCI Portal)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2000" b="0">
                <a:solidFill>
                  <a:srgbClr val="646464"/>
                </a:solidFill>
                <a:latin typeface="Microsoft JhengHei"/>
              </a:defRPr>
            </a:pPr>
            <a:r>
              <a:rPr dirty="0"/>
              <a:t>• SSO </a:t>
            </a:r>
            <a:r>
              <a:rPr dirty="0" err="1"/>
              <a:t>跨組登入修復：移除舊名單限制，解決部分同仁無法順利登入系統的問題</a:t>
            </a:r>
            <a:r>
              <a:rPr dirty="0"/>
              <a:t>。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2000" b="0">
                <a:solidFill>
                  <a:srgbClr val="646464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穩定度與安全提升：修復行動端閒置登出問題</a:t>
            </a:r>
            <a:r>
              <a:rPr dirty="0"/>
              <a:t> (</a:t>
            </a:r>
            <a:r>
              <a:rPr dirty="0" err="1"/>
              <a:t>新增自動續期</a:t>
            </a:r>
            <a:r>
              <a:rPr dirty="0"/>
              <a:t>) </a:t>
            </a:r>
            <a:r>
              <a:rPr dirty="0" err="1"/>
              <a:t>與伺服器代理漏洞</a:t>
            </a:r>
            <a:r>
              <a:rPr dirty="0"/>
              <a:t>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4200413-5522-423E-88F6-ABCC45DCED66}"/>
              </a:ext>
            </a:extLst>
          </p:cNvPr>
          <p:cNvSpPr/>
          <p:nvPr/>
        </p:nvSpPr>
        <p:spPr>
          <a:xfrm>
            <a:off x="406400" y="4756953"/>
            <a:ext cx="50800" cy="1433442"/>
          </a:xfrm>
          <a:prstGeom prst="rect">
            <a:avLst/>
          </a:prstGeom>
          <a:solidFill>
            <a:srgbClr val="29AE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Calibri"/>
              <a:ea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218909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D30D6-C9D3-F79D-2216-1D87966E6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EA05FF3D-B5DE-AA90-DF67-F85DEBCB6A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zh-TW" altLang="en-US" b="1" dirty="0">
                <a:latin typeface="Calibri"/>
                <a:ea typeface="微軟正黑體"/>
              </a:rPr>
              <a:t>上月執行項目</a:t>
            </a:r>
            <a:r>
              <a:rPr lang="zh-TW" altLang="en-US" dirty="0">
                <a:latin typeface="Calibri"/>
                <a:ea typeface="微軟正黑體"/>
              </a:rPr>
              <a:t>-</a:t>
            </a:r>
            <a:r>
              <a:rPr lang="en-US" altLang="zh-TW" dirty="0">
                <a:latin typeface="Calibri"/>
                <a:ea typeface="微軟正黑體"/>
              </a:rPr>
              <a:t>Gary</a:t>
            </a:r>
            <a:endParaRPr lang="zh-TW" altLang="en-US" b="1" dirty="0">
              <a:latin typeface="Calibri"/>
              <a:ea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86C609E-DD81-4211-A959-4BAD38F14E4C}"/>
              </a:ext>
            </a:extLst>
          </p:cNvPr>
          <p:cNvSpPr txBox="1"/>
          <p:nvPr/>
        </p:nvSpPr>
        <p:spPr>
          <a:xfrm>
            <a:off x="406400" y="1092200"/>
            <a:ext cx="113792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r>
              <a:rPr lang="zh-TW" altLang="en-US" sz="2800" b="1" dirty="0">
                <a:solidFill>
                  <a:srgbClr val="29AE9D"/>
                </a:solidFill>
                <a:latin typeface="Calibri"/>
                <a:ea typeface="微軟正黑體"/>
              </a:rPr>
              <a:t>2  FCI Portal（3/4）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5083A3A3-0988-432B-A81A-0B892B4FD2EC}"/>
              </a:ext>
            </a:extLst>
          </p:cNvPr>
          <p:cNvSpPr/>
          <p:nvPr/>
        </p:nvSpPr>
        <p:spPr>
          <a:xfrm>
            <a:off x="406400" y="2222500"/>
            <a:ext cx="11379200" cy="1838943"/>
          </a:xfrm>
          <a:prstGeom prst="roundRect">
            <a:avLst/>
          </a:prstGeom>
          <a:solidFill>
            <a:srgbClr val="EA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63500" tIns="63500" rIns="63500" bIns="63500" rtlCol="0" anchor="t">
            <a:sp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  <a:buNone/>
              <a:defRPr sz="2400" b="1">
                <a:solidFill>
                  <a:srgbClr val="000000"/>
                </a:solidFill>
                <a:latin typeface="Microsoft JhengHei"/>
              </a:defRPr>
            </a:pPr>
            <a:r>
              <a:rPr dirty="0"/>
              <a:t>FCI RAG </a:t>
            </a:r>
            <a:r>
              <a:rPr dirty="0" err="1"/>
              <a:t>企業知識庫系統</a:t>
            </a:r>
            <a:endParaRPr dirty="0"/>
          </a:p>
          <a:p>
            <a:pPr>
              <a:lnSpc>
                <a:spcPct val="115000"/>
              </a:lnSpc>
              <a:spcAft>
                <a:spcPts val="200"/>
              </a:spcAft>
              <a:defRPr sz="2000" b="0">
                <a:solidFill>
                  <a:srgbClr val="646464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自動評測與測試集：建立</a:t>
            </a:r>
            <a:r>
              <a:rPr dirty="0"/>
              <a:t> 20-30 </a:t>
            </a:r>
            <a:r>
              <a:rPr dirty="0" err="1"/>
              <a:t>題黃金測試集，支援自動化量化評分</a:t>
            </a:r>
            <a:r>
              <a:rPr dirty="0"/>
              <a:t>。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2000" b="0">
                <a:solidFill>
                  <a:srgbClr val="646464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停機故障修復：</a:t>
            </a:r>
            <a:r>
              <a:rPr dirty="0" err="1">
                <a:solidFill>
                  <a:srgbClr val="FF0000"/>
                </a:solidFill>
              </a:rPr>
              <a:t>修復資料庫暫停與</a:t>
            </a:r>
            <a:r>
              <a:rPr dirty="0">
                <a:solidFill>
                  <a:srgbClr val="FF0000"/>
                </a:solidFill>
              </a:rPr>
              <a:t> Gemini IP </a:t>
            </a:r>
            <a:r>
              <a:rPr dirty="0" err="1">
                <a:solidFill>
                  <a:srgbClr val="FF0000"/>
                </a:solidFill>
              </a:rPr>
              <a:t>封鎖，</a:t>
            </a:r>
            <a:r>
              <a:rPr dirty="0" err="1"/>
              <a:t>建立自動探活排程並進行</a:t>
            </a:r>
            <a:r>
              <a:rPr dirty="0"/>
              <a:t> </a:t>
            </a:r>
            <a:r>
              <a:rPr dirty="0" err="1"/>
              <a:t>Linode</a:t>
            </a:r>
            <a:r>
              <a:rPr dirty="0"/>
              <a:t> </a:t>
            </a:r>
            <a:r>
              <a:rPr dirty="0" err="1"/>
              <a:t>遷移</a:t>
            </a:r>
            <a:r>
              <a:rPr dirty="0"/>
              <a:t>。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2000" b="0">
                <a:solidFill>
                  <a:srgbClr val="646464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介面與功能修復：優化回答摘要與表格，修復歷史對話無反應、引用來源未顯示等問題</a:t>
            </a:r>
            <a:r>
              <a:rPr dirty="0"/>
              <a:t>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12E8C9C-AD41-43C3-B96F-059EFC711F9D}"/>
              </a:ext>
            </a:extLst>
          </p:cNvPr>
          <p:cNvSpPr/>
          <p:nvPr/>
        </p:nvSpPr>
        <p:spPr>
          <a:xfrm>
            <a:off x="406400" y="2222500"/>
            <a:ext cx="45719" cy="1838943"/>
          </a:xfrm>
          <a:prstGeom prst="rect">
            <a:avLst/>
          </a:prstGeom>
          <a:solidFill>
            <a:srgbClr val="29AE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Calibri"/>
              <a:ea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524845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D30D6-C9D3-F79D-2216-1D87966E6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EA05FF3D-B5DE-AA90-DF67-F85DEBCB6A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zh-TW" altLang="en-US" b="1" dirty="0">
                <a:latin typeface="Calibri"/>
                <a:ea typeface="微軟正黑體"/>
              </a:rPr>
              <a:t>上月執行項目</a:t>
            </a:r>
            <a:r>
              <a:rPr lang="zh-TW" altLang="en-US" dirty="0">
                <a:latin typeface="Calibri"/>
                <a:ea typeface="微軟正黑體"/>
              </a:rPr>
              <a:t>-</a:t>
            </a:r>
            <a:r>
              <a:rPr lang="en-US" altLang="zh-TW" dirty="0">
                <a:latin typeface="Calibri"/>
                <a:ea typeface="微軟正黑體"/>
              </a:rPr>
              <a:t>Gary</a:t>
            </a:r>
            <a:endParaRPr lang="zh-TW" altLang="en-US" b="1" dirty="0">
              <a:latin typeface="Calibri"/>
              <a:ea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86C609E-DD81-4211-A959-4BAD38F14E4C}"/>
              </a:ext>
            </a:extLst>
          </p:cNvPr>
          <p:cNvSpPr txBox="1"/>
          <p:nvPr/>
        </p:nvSpPr>
        <p:spPr>
          <a:xfrm>
            <a:off x="406400" y="1092200"/>
            <a:ext cx="113792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r>
              <a:rPr lang="zh-TW" altLang="en-US" sz="2800" b="1" dirty="0">
                <a:solidFill>
                  <a:srgbClr val="29AE9D"/>
                </a:solidFill>
                <a:latin typeface="Calibri"/>
                <a:ea typeface="微軟正黑體"/>
              </a:rPr>
              <a:t>2  FCI Portal（4/4）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95F87A01-631E-4A50-B580-109E86F58920}"/>
              </a:ext>
            </a:extLst>
          </p:cNvPr>
          <p:cNvSpPr/>
          <p:nvPr/>
        </p:nvSpPr>
        <p:spPr>
          <a:xfrm>
            <a:off x="406400" y="1785304"/>
            <a:ext cx="11379200" cy="1838943"/>
          </a:xfrm>
          <a:prstGeom prst="roundRect">
            <a:avLst/>
          </a:prstGeom>
          <a:solidFill>
            <a:srgbClr val="EA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63500" tIns="63500" rIns="63500" bIns="63500" rtlCol="0" anchor="t">
            <a:sp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  <a:buNone/>
              <a:defRPr sz="2400" b="1">
                <a:solidFill>
                  <a:srgbClr val="000000"/>
                </a:solidFill>
                <a:latin typeface="Microsoft JhengHei"/>
              </a:defRPr>
            </a:pPr>
            <a:r>
              <a:rPr dirty="0"/>
              <a:t>CIL </a:t>
            </a:r>
            <a:r>
              <a:rPr dirty="0" err="1"/>
              <a:t>銷售執行看板</a:t>
            </a:r>
            <a:r>
              <a:rPr dirty="0"/>
              <a:t> (</a:t>
            </a:r>
            <a:r>
              <a:rPr dirty="0" err="1"/>
              <a:t>CIL_Sales_Execution_Dashboard</a:t>
            </a:r>
            <a:r>
              <a:rPr dirty="0"/>
              <a:t>)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2000" b="0">
                <a:solidFill>
                  <a:srgbClr val="646464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圖表分析升級：比較頁面新增</a:t>
            </a:r>
            <a:r>
              <a:rPr dirty="0" err="1">
                <a:solidFill>
                  <a:srgbClr val="FF0000"/>
                </a:solidFill>
              </a:rPr>
              <a:t>「同期比較</a:t>
            </a:r>
            <a:r>
              <a:rPr dirty="0">
                <a:solidFill>
                  <a:srgbClr val="FF0000"/>
                </a:solidFill>
              </a:rPr>
              <a:t>」、「</a:t>
            </a:r>
            <a:r>
              <a:rPr dirty="0" err="1">
                <a:solidFill>
                  <a:srgbClr val="FF0000"/>
                </a:solidFill>
              </a:rPr>
              <a:t>全年預估」與「各組逐年變化」</a:t>
            </a:r>
            <a:r>
              <a:rPr dirty="0" err="1"/>
              <a:t>分析圖表</a:t>
            </a:r>
            <a:r>
              <a:rPr dirty="0"/>
              <a:t>。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2000" b="0">
                <a:solidFill>
                  <a:srgbClr val="646464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同期數據更正：修正比較口徑，使其能正確反映執行金額領先同期</a:t>
            </a:r>
            <a:r>
              <a:rPr dirty="0"/>
              <a:t> 4.1% (</a:t>
            </a:r>
            <a:r>
              <a:rPr dirty="0" err="1"/>
              <a:t>原為衰退</a:t>
            </a:r>
            <a:r>
              <a:rPr dirty="0"/>
              <a:t>)。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2000" b="0">
                <a:solidFill>
                  <a:srgbClr val="646464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目標數據校正：修復目標表欄位空白導致的計算錯誤，使目標達成率回歸真實水準</a:t>
            </a:r>
            <a:r>
              <a:rPr dirty="0"/>
              <a:t>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62FE354-E4D6-4CEB-8FAE-A482368021D0}"/>
              </a:ext>
            </a:extLst>
          </p:cNvPr>
          <p:cNvSpPr/>
          <p:nvPr/>
        </p:nvSpPr>
        <p:spPr>
          <a:xfrm>
            <a:off x="406400" y="1785304"/>
            <a:ext cx="50800" cy="1921430"/>
          </a:xfrm>
          <a:prstGeom prst="rect">
            <a:avLst/>
          </a:prstGeom>
          <a:solidFill>
            <a:srgbClr val="29AE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Calibri"/>
              <a:ea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025976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B2785-F0A8-5360-ADE0-63201B972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BF587CBF-003A-E757-C688-581B0316E5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521" y="451778"/>
            <a:ext cx="3924750" cy="546329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zh-TW" altLang="en-US" b="1" dirty="0">
                <a:latin typeface="Calibri"/>
                <a:ea typeface="微軟正黑體"/>
              </a:rPr>
              <a:t>上月執行項目</a:t>
            </a:r>
            <a:r>
              <a:rPr lang="zh-TW" altLang="en-US" dirty="0">
                <a:latin typeface="Calibri"/>
                <a:ea typeface="微軟正黑體"/>
              </a:rPr>
              <a:t>-</a:t>
            </a:r>
            <a:r>
              <a:rPr lang="en-US" altLang="zh-TW" dirty="0">
                <a:latin typeface="Calibri"/>
                <a:ea typeface="微軟正黑體"/>
              </a:rPr>
              <a:t>Gary</a:t>
            </a:r>
            <a:endParaRPr lang="zh-TW" altLang="en-US" b="1" dirty="0">
              <a:latin typeface="Calibri"/>
              <a:ea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7D342442-97B7-466C-A8F3-858C5BE32588}"/>
              </a:ext>
            </a:extLst>
          </p:cNvPr>
          <p:cNvSpPr txBox="1"/>
          <p:nvPr/>
        </p:nvSpPr>
        <p:spPr>
          <a:xfrm>
            <a:off x="406400" y="1117600"/>
            <a:ext cx="11379200" cy="381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zh-TW" sz="2800" b="1" dirty="0">
                <a:solidFill>
                  <a:srgbClr val="29AE9D"/>
                </a:solidFill>
                <a:latin typeface="Calibri"/>
                <a:ea typeface="微軟正黑體"/>
              </a:rPr>
              <a:t>3  </a:t>
            </a:r>
            <a:r>
              <a:rPr lang="zh-TW" altLang="en-US" sz="2800" b="1" dirty="0">
                <a:solidFill>
                  <a:srgbClr val="29AE9D"/>
                </a:solidFill>
                <a:latin typeface="Calibri"/>
                <a:ea typeface="微軟正黑體"/>
              </a:rPr>
              <a:t>建立虛擬助理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B4C16357-4A28-4758-8658-868C2F2FF016}"/>
              </a:ext>
            </a:extLst>
          </p:cNvPr>
          <p:cNvSpPr/>
          <p:nvPr/>
        </p:nvSpPr>
        <p:spPr>
          <a:xfrm>
            <a:off x="406400" y="1524000"/>
            <a:ext cx="11379200" cy="1762610"/>
          </a:xfrm>
          <a:prstGeom prst="roundRect">
            <a:avLst/>
          </a:prstGeom>
          <a:solidFill>
            <a:srgbClr val="EA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63500" tIns="63500" rIns="63500" bIns="63500" rtlCol="0" anchor="t">
            <a:sp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  <a:buNone/>
              <a:defRPr sz="2400" b="1">
                <a:solidFill>
                  <a:srgbClr val="000000"/>
                </a:solidFill>
                <a:latin typeface="Microsoft JhengHei"/>
              </a:defRPr>
            </a:pPr>
            <a:r>
              <a:rPr dirty="0"/>
              <a:t>Agent CV (</a:t>
            </a:r>
            <a:r>
              <a:rPr dirty="0" err="1"/>
              <a:t>控制閥</a:t>
            </a:r>
            <a:r>
              <a:rPr dirty="0"/>
              <a:t> Sizing </a:t>
            </a:r>
            <a:r>
              <a:rPr dirty="0" err="1"/>
              <a:t>助理</a:t>
            </a:r>
            <a:r>
              <a:rPr dirty="0"/>
              <a:t>)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2000" b="0">
                <a:solidFill>
                  <a:srgbClr val="646464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填表與編排器驗證：完成控制閥</a:t>
            </a:r>
            <a:r>
              <a:rPr dirty="0"/>
              <a:t> 249 </a:t>
            </a:r>
            <a:r>
              <a:rPr dirty="0" err="1"/>
              <a:t>個控制項探勘，完成填表引擎與編排器驗證</a:t>
            </a:r>
            <a:r>
              <a:rPr dirty="0"/>
              <a:t>。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2000" b="0">
                <a:solidFill>
                  <a:srgbClr val="646464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選型指引與優化：建立防空蝕選型指引，為匯入</a:t>
            </a:r>
            <a:r>
              <a:rPr dirty="0"/>
              <a:t> Excel </a:t>
            </a:r>
            <a:r>
              <a:rPr dirty="0" err="1"/>
              <a:t>加上下拉選單以防止人員填錯</a:t>
            </a:r>
            <a:r>
              <a:rPr dirty="0"/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1BB0EF1-8109-4704-B02C-9172DC0526E4}"/>
              </a:ext>
            </a:extLst>
          </p:cNvPr>
          <p:cNvSpPr/>
          <p:nvPr/>
        </p:nvSpPr>
        <p:spPr>
          <a:xfrm>
            <a:off x="406400" y="1524000"/>
            <a:ext cx="50800" cy="1762610"/>
          </a:xfrm>
          <a:prstGeom prst="rect">
            <a:avLst/>
          </a:prstGeom>
          <a:solidFill>
            <a:srgbClr val="29AE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Calibri"/>
              <a:ea typeface="微軟正黑體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81BDAA41-C83B-49D0-9850-BC83A0F1FB1E}"/>
              </a:ext>
            </a:extLst>
          </p:cNvPr>
          <p:cNvSpPr/>
          <p:nvPr/>
        </p:nvSpPr>
        <p:spPr>
          <a:xfrm>
            <a:off x="406400" y="3388210"/>
            <a:ext cx="11379200" cy="2957152"/>
          </a:xfrm>
          <a:prstGeom prst="roundRect">
            <a:avLst/>
          </a:prstGeom>
          <a:solidFill>
            <a:srgbClr val="EA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63500" tIns="63500" rIns="63500" bIns="63500" rtlCol="0" anchor="t">
            <a:sp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  <a:buNone/>
              <a:defRPr sz="2400" b="1">
                <a:solidFill>
                  <a:srgbClr val="000000"/>
                </a:solidFill>
                <a:latin typeface="Microsoft JhengHei"/>
              </a:defRPr>
            </a:pPr>
            <a:r>
              <a:rPr dirty="0"/>
              <a:t>Agent SRV (</a:t>
            </a:r>
            <a:r>
              <a:rPr dirty="0" err="1"/>
              <a:t>安全閥助理</a:t>
            </a:r>
            <a:r>
              <a:rPr dirty="0"/>
              <a:t>)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2000" b="0">
                <a:solidFill>
                  <a:srgbClr val="646464"/>
                </a:solidFill>
                <a:latin typeface="Microsoft JhengHei"/>
              </a:defRPr>
            </a:pPr>
            <a:r>
              <a:rPr dirty="0"/>
              <a:t>• PDF 轉 Excel </a:t>
            </a:r>
            <a:r>
              <a:rPr dirty="0" err="1"/>
              <a:t>自動化：打通</a:t>
            </a:r>
            <a:r>
              <a:rPr dirty="0"/>
              <a:t> PDF </a:t>
            </a:r>
            <a:r>
              <a:rPr dirty="0" err="1"/>
              <a:t>雲端辨識與</a:t>
            </a:r>
            <a:r>
              <a:rPr dirty="0"/>
              <a:t> Excel </a:t>
            </a:r>
            <a:r>
              <a:rPr dirty="0" err="1"/>
              <a:t>輸出，修復檔案鎖定與衝突</a:t>
            </a:r>
            <a:r>
              <a:rPr dirty="0"/>
              <a:t>。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2000" b="0">
                <a:solidFill>
                  <a:srgbClr val="646464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填表防錯與保護：新增黏度填完讀回確認與密度防衝突保護，確保填寫品質</a:t>
            </a:r>
            <a:r>
              <a:rPr dirty="0"/>
              <a:t>。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2000" b="0">
                <a:solidFill>
                  <a:srgbClr val="646464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填表引擎獨立打包：修復選單配對與遮罩殘留，打包為免安裝執行檔供同仁使用</a:t>
            </a:r>
            <a:r>
              <a:rPr dirty="0"/>
              <a:t>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36A3082-3004-44DC-8CD9-A66C32C9FE80}"/>
              </a:ext>
            </a:extLst>
          </p:cNvPr>
          <p:cNvSpPr/>
          <p:nvPr/>
        </p:nvSpPr>
        <p:spPr>
          <a:xfrm>
            <a:off x="406400" y="3388210"/>
            <a:ext cx="50800" cy="2957151"/>
          </a:xfrm>
          <a:prstGeom prst="rect">
            <a:avLst/>
          </a:prstGeom>
          <a:solidFill>
            <a:srgbClr val="29AE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Calibri"/>
              <a:ea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072715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725E9-754D-3DF6-BD70-87B49244C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9EE9B5A9-7CD1-D9CD-AD30-FDF2EE8C77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521" y="451778"/>
            <a:ext cx="3924750" cy="546329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zh-TW" altLang="en-US" b="1" dirty="0">
                <a:latin typeface="Calibri"/>
                <a:ea typeface="微軟正黑體"/>
              </a:rPr>
              <a:t>上月執行項目</a:t>
            </a:r>
            <a:r>
              <a:rPr lang="zh-TW" altLang="en-US" dirty="0">
                <a:latin typeface="Calibri"/>
                <a:ea typeface="微軟正黑體"/>
              </a:rPr>
              <a:t>-</a:t>
            </a:r>
            <a:r>
              <a:rPr lang="en-US" altLang="zh-TW" dirty="0">
                <a:latin typeface="Calibri"/>
                <a:ea typeface="微軟正黑體"/>
              </a:rPr>
              <a:t>Gary</a:t>
            </a:r>
            <a:endParaRPr lang="zh-TW" altLang="en-US" b="1" dirty="0">
              <a:latin typeface="Calibri"/>
              <a:ea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4250B00-2B3F-49D2-8CAE-16981A6969FF}"/>
              </a:ext>
            </a:extLst>
          </p:cNvPr>
          <p:cNvSpPr txBox="1"/>
          <p:nvPr/>
        </p:nvSpPr>
        <p:spPr>
          <a:xfrm>
            <a:off x="406400" y="1117600"/>
            <a:ext cx="11379200" cy="381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zh-TW" sz="2800" b="1">
                <a:solidFill>
                  <a:srgbClr val="29AE9D"/>
                </a:solidFill>
                <a:latin typeface="Calibri"/>
                <a:ea typeface="微軟正黑體"/>
              </a:rPr>
              <a:t>4  Side Project</a:t>
            </a:r>
            <a:endParaRPr lang="zh-TW" altLang="en-US" sz="2800" b="1">
              <a:solidFill>
                <a:srgbClr val="29AE9D"/>
              </a:solidFill>
              <a:latin typeface="Calibri"/>
              <a:ea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CADDC548-0EE4-4E35-BFD2-BCACCF09494E}"/>
              </a:ext>
            </a:extLst>
          </p:cNvPr>
          <p:cNvSpPr/>
          <p:nvPr/>
        </p:nvSpPr>
        <p:spPr>
          <a:xfrm>
            <a:off x="406400" y="2032000"/>
            <a:ext cx="11379200" cy="1418970"/>
          </a:xfrm>
          <a:prstGeom prst="roundRect">
            <a:avLst/>
          </a:prstGeom>
          <a:solidFill>
            <a:srgbClr val="EA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63500" tIns="63500" rIns="63500" bIns="63500" rtlCol="0" anchor="t">
            <a:sp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  <a:buNone/>
              <a:defRPr sz="2400" b="1">
                <a:solidFill>
                  <a:srgbClr val="000000"/>
                </a:solidFill>
                <a:latin typeface="Microsoft JhengHei"/>
              </a:defRPr>
            </a:pPr>
            <a:r>
              <a:rPr dirty="0" err="1"/>
              <a:t>氣動閥診斷報告自動化</a:t>
            </a:r>
            <a:endParaRPr dirty="0"/>
          </a:p>
          <a:p>
            <a:pPr>
              <a:lnSpc>
                <a:spcPct val="115000"/>
              </a:lnSpc>
              <a:spcAft>
                <a:spcPts val="200"/>
              </a:spcAft>
              <a:defRPr sz="2000" b="0">
                <a:solidFill>
                  <a:srgbClr val="646464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報告自動化與公式唯讀：跑通多份</a:t>
            </a:r>
            <a:r>
              <a:rPr dirty="0"/>
              <a:t> PDF </a:t>
            </a:r>
            <a:r>
              <a:rPr dirty="0" err="1"/>
              <a:t>批次上傳與解析寫入，手動設定</a:t>
            </a:r>
            <a:r>
              <a:rPr dirty="0"/>
              <a:t> 150 </a:t>
            </a:r>
            <a:r>
              <a:rPr dirty="0" err="1"/>
              <a:t>個唯讀公式</a:t>
            </a:r>
            <a:r>
              <a:rPr dirty="0"/>
              <a:t>。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2000" b="0">
                <a:solidFill>
                  <a:srgbClr val="646464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資料庫整合與單位修正：以</a:t>
            </a:r>
            <a:r>
              <a:rPr dirty="0"/>
              <a:t> Ragic </a:t>
            </a:r>
            <a:r>
              <a:rPr dirty="0" err="1"/>
              <a:t>為單一資料庫，釐清數據單位並調整百分比預設值</a:t>
            </a:r>
            <a:r>
              <a:rPr dirty="0"/>
              <a:t>。</a:t>
            </a:r>
            <a:endParaRPr 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CBD53A2-66BD-4064-AB68-D47DEF793043}"/>
              </a:ext>
            </a:extLst>
          </p:cNvPr>
          <p:cNvSpPr/>
          <p:nvPr/>
        </p:nvSpPr>
        <p:spPr>
          <a:xfrm>
            <a:off x="406400" y="2032000"/>
            <a:ext cx="50800" cy="1007066"/>
          </a:xfrm>
          <a:prstGeom prst="rect">
            <a:avLst/>
          </a:prstGeom>
          <a:solidFill>
            <a:srgbClr val="29AE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Calibri"/>
              <a:ea typeface="微軟正黑體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4D3CA070-938B-4A59-897C-7EA00DF62197}"/>
              </a:ext>
            </a:extLst>
          </p:cNvPr>
          <p:cNvSpPr/>
          <p:nvPr/>
        </p:nvSpPr>
        <p:spPr>
          <a:xfrm>
            <a:off x="406400" y="3928066"/>
            <a:ext cx="11379200" cy="1907252"/>
          </a:xfrm>
          <a:prstGeom prst="roundRect">
            <a:avLst/>
          </a:prstGeom>
          <a:solidFill>
            <a:srgbClr val="EA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63500" tIns="63500" rIns="63500" bIns="63500" rtlCol="0" anchor="ctr">
            <a:sp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  <a:buNone/>
              <a:defRPr sz="2400" b="1">
                <a:solidFill>
                  <a:srgbClr val="000000"/>
                </a:solidFill>
                <a:latin typeface="Microsoft JhengHei"/>
              </a:defRPr>
            </a:pPr>
            <a:r>
              <a:rPr dirty="0"/>
              <a:t>Marketing News Workflow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2000" b="0">
                <a:solidFill>
                  <a:srgbClr val="646464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審核</a:t>
            </a:r>
            <a:r>
              <a:rPr dirty="0"/>
              <a:t> UI </a:t>
            </a:r>
            <a:r>
              <a:rPr dirty="0" err="1"/>
              <a:t>整合與資料庫遷移：將</a:t>
            </a:r>
            <a:r>
              <a:rPr dirty="0"/>
              <a:t> Google Sheet </a:t>
            </a:r>
            <a:r>
              <a:rPr dirty="0" err="1"/>
              <a:t>轉為</a:t>
            </a:r>
            <a:r>
              <a:rPr dirty="0"/>
              <a:t> Ragic </a:t>
            </a:r>
            <a:r>
              <a:rPr dirty="0" err="1"/>
              <a:t>管理，將審核與歸檔整合至單一</a:t>
            </a:r>
            <a:r>
              <a:rPr dirty="0"/>
              <a:t> UI。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2000" b="0">
                <a:solidFill>
                  <a:srgbClr val="646464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去重複與中文爬取擴充：導入防重複機制與「先摘要後篩選</a:t>
            </a:r>
            <a:r>
              <a:rPr dirty="0"/>
              <a:t>」，</a:t>
            </a:r>
            <a:r>
              <a:rPr dirty="0" err="1"/>
              <a:t>新增三家中文網站爬取</a:t>
            </a:r>
            <a:r>
              <a:rPr dirty="0"/>
              <a:t>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1CE5BF8-D1AF-4699-B631-94DC254F8B5C}"/>
              </a:ext>
            </a:extLst>
          </p:cNvPr>
          <p:cNvSpPr/>
          <p:nvPr/>
        </p:nvSpPr>
        <p:spPr>
          <a:xfrm>
            <a:off x="406400" y="3928066"/>
            <a:ext cx="50800" cy="1907252"/>
          </a:xfrm>
          <a:prstGeom prst="rect">
            <a:avLst/>
          </a:prstGeom>
          <a:solidFill>
            <a:srgbClr val="29AE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Calibri"/>
              <a:ea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772294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2CA26-3E2C-2070-D7EF-E607D74C0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BCF3608D-3884-DDF2-4042-D948D93F0F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zh-TW" altLang="en-US" b="1" dirty="0">
                <a:ea typeface="微軟正黑體"/>
              </a:rPr>
              <a:t>次月執行項目</a:t>
            </a:r>
            <a:r>
              <a:rPr lang="zh-TW" altLang="en-US" dirty="0">
                <a:ea typeface="微軟正黑體"/>
              </a:rPr>
              <a:t>-</a:t>
            </a:r>
            <a:r>
              <a:rPr lang="en-US" altLang="zh-TW" dirty="0">
                <a:ea typeface="微軟正黑體"/>
              </a:rPr>
              <a:t>Gary</a:t>
            </a:r>
            <a:endParaRPr lang="zh-TW" altLang="en-US" b="1" dirty="0">
              <a:ea typeface="微軟正黑體" pitchFamily="34" charset="-120"/>
            </a:endParaRP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1F5117F0-BE5E-4E00-B59D-CC953A9C417F}"/>
              </a:ext>
            </a:extLst>
          </p:cNvPr>
          <p:cNvSpPr/>
          <p:nvPr/>
        </p:nvSpPr>
        <p:spPr>
          <a:xfrm>
            <a:off x="406400" y="1040449"/>
            <a:ext cx="11379200" cy="2258916"/>
          </a:xfrm>
          <a:prstGeom prst="roundRect">
            <a:avLst/>
          </a:prstGeom>
          <a:solidFill>
            <a:srgbClr val="EA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63500" tIns="63500" rIns="63500" bIns="63500" rtlCol="0" anchor="ctr">
            <a:sp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  <a:buNone/>
              <a:defRPr sz="2400" b="1">
                <a:solidFill>
                  <a:srgbClr val="000000"/>
                </a:solidFill>
                <a:latin typeface="Microsoft JhengHei"/>
              </a:defRPr>
            </a:pPr>
            <a:r>
              <a:rPr dirty="0"/>
              <a:t>1. Ragic, n8n &amp; Power Automate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2000" b="0">
                <a:solidFill>
                  <a:srgbClr val="646464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進行氣動閥診斷報告自動化之第二階段測試（加入另外三個測試</a:t>
            </a:r>
            <a:r>
              <a:rPr dirty="0"/>
              <a:t>）。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2000" b="0">
                <a:solidFill>
                  <a:srgbClr val="646464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完善</a:t>
            </a:r>
            <a:r>
              <a:rPr dirty="0"/>
              <a:t> Marketing News Workflow </a:t>
            </a:r>
            <a:r>
              <a:rPr dirty="0" err="1"/>
              <a:t>篩選資料庫、過濾機制及</a:t>
            </a:r>
            <a:r>
              <a:rPr dirty="0"/>
              <a:t> 3 </a:t>
            </a:r>
            <a:r>
              <a:rPr dirty="0" err="1"/>
              <a:t>個中文網站抓取</a:t>
            </a:r>
            <a:r>
              <a:rPr dirty="0"/>
              <a:t>。</a:t>
            </a:r>
            <a:endParaRPr lang="en-US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2000" b="0">
                <a:solidFill>
                  <a:srgbClr val="646464"/>
                </a:solidFill>
                <a:latin typeface="Microsoft JhengHei"/>
              </a:defRPr>
            </a:pPr>
            <a:r>
              <a:rPr lang="zh-TW" altLang="en-US" dirty="0">
                <a:latin typeface="Microsoft JhengHei"/>
              </a:rPr>
              <a:t>建立閥門資料庫總管</a:t>
            </a:r>
            <a:r>
              <a:rPr lang="en-US" altLang="zh-TW" dirty="0">
                <a:latin typeface="Microsoft JhengHei"/>
              </a:rPr>
              <a:t>(</a:t>
            </a:r>
            <a:r>
              <a:rPr lang="zh-TW" altLang="en-US" dirty="0">
                <a:latin typeface="Microsoft JhengHei"/>
              </a:rPr>
              <a:t>對外</a:t>
            </a:r>
            <a:r>
              <a:rPr lang="en-US" altLang="zh-TW" dirty="0">
                <a:latin typeface="Microsoft JhengHei"/>
              </a:rPr>
              <a:t>)</a:t>
            </a:r>
            <a:r>
              <a:rPr lang="zh-TW" altLang="en-US" dirty="0">
                <a:latin typeface="Microsoft JhengHei"/>
              </a:rPr>
              <a:t>，供</a:t>
            </a:r>
            <a:r>
              <a:rPr lang="en-US" altLang="zh-TW" dirty="0">
                <a:latin typeface="Microsoft JhengHei"/>
              </a:rPr>
              <a:t>RFID</a:t>
            </a:r>
            <a:r>
              <a:rPr lang="zh-TW" altLang="en-US" dirty="0">
                <a:latin typeface="Microsoft JhengHei"/>
              </a:rPr>
              <a:t>使用</a:t>
            </a:r>
            <a:endParaRPr lang="en-US" dirty="0">
              <a:latin typeface="Microsoft JhengHei"/>
            </a:endParaRPr>
          </a:p>
          <a:p>
            <a:pPr>
              <a:lnSpc>
                <a:spcPct val="115000"/>
              </a:lnSpc>
              <a:spcAft>
                <a:spcPts val="200"/>
              </a:spcAft>
              <a:defRPr sz="2000" b="0">
                <a:solidFill>
                  <a:srgbClr val="646464"/>
                </a:solidFill>
                <a:latin typeface="Microsoft JhengHei"/>
              </a:defRPr>
            </a:pPr>
            <a:endParaRPr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E6C9A5-2737-4A10-948B-9B793A7BFAEE}"/>
              </a:ext>
            </a:extLst>
          </p:cNvPr>
          <p:cNvSpPr/>
          <p:nvPr/>
        </p:nvSpPr>
        <p:spPr>
          <a:xfrm>
            <a:off x="406400" y="1574800"/>
            <a:ext cx="63500" cy="896698"/>
          </a:xfrm>
          <a:prstGeom prst="rect">
            <a:avLst/>
          </a:prstGeom>
          <a:solidFill>
            <a:srgbClr val="29AE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29F2C721-7875-43E3-8743-C862BD49103E}"/>
              </a:ext>
            </a:extLst>
          </p:cNvPr>
          <p:cNvSpPr/>
          <p:nvPr/>
        </p:nvSpPr>
        <p:spPr>
          <a:xfrm>
            <a:off x="406400" y="3479459"/>
            <a:ext cx="11379200" cy="2650513"/>
          </a:xfrm>
          <a:prstGeom prst="roundRect">
            <a:avLst/>
          </a:prstGeom>
          <a:solidFill>
            <a:srgbClr val="EA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63500" tIns="63500" rIns="63500" bIns="63500" rtlCol="0" anchor="ctr">
            <a:sp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  <a:buNone/>
              <a:defRPr sz="2400" b="1">
                <a:solidFill>
                  <a:srgbClr val="000000"/>
                </a:solidFill>
                <a:latin typeface="Microsoft JhengHei"/>
              </a:defRPr>
            </a:pPr>
            <a:r>
              <a:rPr dirty="0"/>
              <a:t>2. FCI Portal</a:t>
            </a:r>
            <a:endParaRPr lang="zh-TW" altLang="en-US" sz="2600" b="1" dirty="0">
              <a:solidFill>
                <a:srgbClr val="29AE9D"/>
              </a:solidFill>
              <a:latin typeface="Calibri"/>
              <a:ea typeface="微軟正黑體"/>
            </a:endParaRPr>
          </a:p>
          <a:p>
            <a:pPr>
              <a:lnSpc>
                <a:spcPct val="115000"/>
              </a:lnSpc>
              <a:spcAft>
                <a:spcPts val="200"/>
              </a:spcAft>
              <a:defRPr sz="2000" b="0">
                <a:solidFill>
                  <a:srgbClr val="646464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持續推動</a:t>
            </a:r>
            <a:r>
              <a:rPr dirty="0"/>
              <a:t> FCI RAG v1.2 </a:t>
            </a:r>
            <a:r>
              <a:rPr dirty="0" err="1"/>
              <a:t>里程碑</a:t>
            </a:r>
            <a:r>
              <a:rPr dirty="0"/>
              <a:t>，</a:t>
            </a:r>
            <a:r>
              <a:rPr lang="zh-TW" altLang="en-US" dirty="0"/>
              <a:t>修復修復資料庫暫停與 </a:t>
            </a:r>
            <a:r>
              <a:rPr lang="en-US" altLang="zh-TW" dirty="0"/>
              <a:t>Gemini IP </a:t>
            </a:r>
            <a:r>
              <a:rPr lang="zh-TW" altLang="en-US" dirty="0"/>
              <a:t>封鎖，並預計匯入公司規章進行測試。</a:t>
            </a:r>
            <a:endParaRPr lang="en-US" altLang="zh-TW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2000" b="0">
                <a:solidFill>
                  <a:srgbClr val="646464"/>
                </a:solidFill>
                <a:latin typeface="Microsoft JhengHei"/>
              </a:defRPr>
            </a:pPr>
            <a:r>
              <a:rPr lang="zh-TW" altLang="en-US" dirty="0"/>
              <a:t>持續完善 </a:t>
            </a:r>
            <a:r>
              <a:rPr lang="en-US" altLang="zh-TW" dirty="0"/>
              <a:t>Dashboard</a:t>
            </a:r>
            <a:r>
              <a:rPr lang="zh-TW" altLang="en-US" dirty="0"/>
              <a:t>，持續將</a:t>
            </a:r>
            <a:r>
              <a:rPr lang="en-US" altLang="zh-TW" dirty="0"/>
              <a:t>Data </a:t>
            </a:r>
            <a:r>
              <a:rPr lang="zh-TW" altLang="en-US" dirty="0"/>
              <a:t>進化成 </a:t>
            </a:r>
            <a:r>
              <a:rPr lang="en-US" altLang="zh-TW" dirty="0"/>
              <a:t>Information</a:t>
            </a:r>
            <a:r>
              <a:rPr lang="zh-TW" altLang="en-US" dirty="0"/>
              <a:t>。</a:t>
            </a:r>
            <a:endParaRPr lang="en-US" altLang="zh-TW" dirty="0"/>
          </a:p>
          <a:p>
            <a:pPr>
              <a:lnSpc>
                <a:spcPct val="115000"/>
              </a:lnSpc>
              <a:spcAft>
                <a:spcPts val="200"/>
              </a:spcAft>
              <a:defRPr sz="2000" b="0">
                <a:solidFill>
                  <a:srgbClr val="646464"/>
                </a:solidFill>
                <a:latin typeface="Microsoft JhengHei"/>
              </a:defRPr>
            </a:pPr>
            <a:endParaRPr lang="en-US" dirty="0"/>
          </a:p>
          <a:p>
            <a:pPr>
              <a:lnSpc>
                <a:spcPct val="115000"/>
              </a:lnSpc>
              <a:spcAft>
                <a:spcPts val="200"/>
              </a:spcAft>
              <a:defRPr sz="2000" b="0">
                <a:solidFill>
                  <a:srgbClr val="646464"/>
                </a:solidFill>
                <a:latin typeface="Microsoft JhengHei"/>
              </a:defRPr>
            </a:pPr>
            <a:endParaRPr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4C06D1-7B64-481C-AE89-01DF695EF872}"/>
              </a:ext>
            </a:extLst>
          </p:cNvPr>
          <p:cNvSpPr/>
          <p:nvPr/>
        </p:nvSpPr>
        <p:spPr>
          <a:xfrm>
            <a:off x="406400" y="3645161"/>
            <a:ext cx="63500" cy="896698"/>
          </a:xfrm>
          <a:prstGeom prst="rect">
            <a:avLst/>
          </a:prstGeom>
          <a:solidFill>
            <a:srgbClr val="29AE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838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28032-4229-3534-AE80-3AB7D0CD3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圓角 8">
            <a:extLst>
              <a:ext uri="{FF2B5EF4-FFF2-40B4-BE49-F238E27FC236}">
                <a16:creationId xmlns:a16="http://schemas.microsoft.com/office/drawing/2014/main" id="{BC7F140E-77A3-E789-93EB-4669ABDF759F}"/>
              </a:ext>
            </a:extLst>
          </p:cNvPr>
          <p:cNvSpPr/>
          <p:nvPr/>
        </p:nvSpPr>
        <p:spPr>
          <a:xfrm>
            <a:off x="437932" y="919589"/>
            <a:ext cx="11379200" cy="2258916"/>
          </a:xfrm>
          <a:prstGeom prst="roundRect">
            <a:avLst/>
          </a:prstGeom>
          <a:solidFill>
            <a:srgbClr val="EA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63500" tIns="63500" rIns="63500" bIns="63500" rtlCol="0" anchor="ctr">
            <a:sp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  <a:buNone/>
              <a:defRPr sz="2400" b="1">
                <a:solidFill>
                  <a:srgbClr val="000000"/>
                </a:solidFill>
                <a:latin typeface="Microsoft JhengHei"/>
              </a:defRPr>
            </a:pPr>
            <a:r>
              <a:rPr dirty="0"/>
              <a:t>3. </a:t>
            </a:r>
            <a:r>
              <a:rPr dirty="0" err="1"/>
              <a:t>建立虛擬助理</a:t>
            </a:r>
            <a:endParaRPr dirty="0"/>
          </a:p>
          <a:p>
            <a:pPr>
              <a:lnSpc>
                <a:spcPct val="115000"/>
              </a:lnSpc>
              <a:spcAft>
                <a:spcPts val="200"/>
              </a:spcAft>
              <a:defRPr sz="2000" b="0">
                <a:solidFill>
                  <a:srgbClr val="646464"/>
                </a:solidFill>
                <a:latin typeface="Microsoft JhengHei"/>
              </a:defRPr>
            </a:pPr>
            <a:r>
              <a:rPr dirty="0"/>
              <a:t>•</a:t>
            </a:r>
            <a:r>
              <a:rPr lang="zh-TW" altLang="en-US" dirty="0"/>
              <a:t>完成 </a:t>
            </a:r>
            <a:r>
              <a:rPr lang="en-US" altLang="zh-TW" dirty="0"/>
              <a:t>Agent CV </a:t>
            </a:r>
            <a:r>
              <a:rPr lang="zh-TW" altLang="en-US" dirty="0"/>
              <a:t>控制閥選型資料庫建立與 </a:t>
            </a:r>
            <a:r>
              <a:rPr lang="en-US" altLang="zh-TW" dirty="0" err="1"/>
              <a:t>SmartPlanImport</a:t>
            </a:r>
            <a:r>
              <a:rPr lang="zh-TW" altLang="en-US" dirty="0"/>
              <a:t> 匯入工具開發。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2000" b="0">
                <a:solidFill>
                  <a:srgbClr val="646464"/>
                </a:solidFill>
                <a:latin typeface="Microsoft JhengHei"/>
              </a:defRPr>
            </a:pPr>
            <a:r>
              <a:rPr lang="en-US" altLang="zh-TW" dirty="0"/>
              <a:t>•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持續進行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 Agent for Ragic CRM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語音助理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–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推廣到每個業務。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2000" b="0">
                <a:solidFill>
                  <a:srgbClr val="646464"/>
                </a:solidFill>
                <a:latin typeface="Microsoft JhengHei"/>
              </a:defRPr>
            </a:pPr>
            <a:r>
              <a:rPr lang="zh-TW" altLang="en-US" dirty="0"/>
              <a:t>計畫開發</a:t>
            </a:r>
            <a:r>
              <a:rPr lang="en-US" altLang="zh-TW" dirty="0"/>
              <a:t>Agent </a:t>
            </a:r>
            <a:r>
              <a:rPr lang="zh-TW" altLang="en-US" dirty="0"/>
              <a:t>備標助手</a:t>
            </a:r>
            <a:r>
              <a:rPr lang="en-US" altLang="zh-TW" dirty="0"/>
              <a:t>(TBA)</a:t>
            </a:r>
            <a:r>
              <a:rPr lang="zh-TW" altLang="en-US" dirty="0"/>
              <a:t>，協助業務執行下載標單後的行政事務。</a:t>
            </a:r>
            <a:r>
              <a:rPr lang="en-US" altLang="zh-TW" dirty="0"/>
              <a:t>(Charlie)</a:t>
            </a:r>
            <a:endParaRPr lang="zh-TW" altLang="en-US" dirty="0"/>
          </a:p>
          <a:p>
            <a:pPr>
              <a:lnSpc>
                <a:spcPct val="115000"/>
              </a:lnSpc>
              <a:spcAft>
                <a:spcPts val="200"/>
              </a:spcAft>
              <a:defRPr sz="2000" b="0">
                <a:solidFill>
                  <a:srgbClr val="646464"/>
                </a:solidFill>
                <a:latin typeface="Microsoft JhengHei"/>
              </a:defRPr>
            </a:pPr>
            <a:endParaRPr dirty="0"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0D394AFD-A7AA-2D89-1886-B09998C1610F}"/>
              </a:ext>
            </a:extLst>
          </p:cNvPr>
          <p:cNvSpPr/>
          <p:nvPr/>
        </p:nvSpPr>
        <p:spPr>
          <a:xfrm>
            <a:off x="406400" y="3331090"/>
            <a:ext cx="11379200" cy="1418970"/>
          </a:xfrm>
          <a:prstGeom prst="roundRect">
            <a:avLst/>
          </a:prstGeom>
          <a:solidFill>
            <a:srgbClr val="EA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63500" tIns="63500" rIns="63500" bIns="63500" rtlCol="0" anchor="ctr">
            <a:sp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  <a:buNone/>
              <a:defRPr sz="2400" b="1">
                <a:solidFill>
                  <a:srgbClr val="000000"/>
                </a:solidFill>
                <a:latin typeface="Microsoft JhengHei"/>
              </a:defRPr>
            </a:pPr>
            <a:r>
              <a:rPr dirty="0"/>
              <a:t>4. Side Project</a:t>
            </a:r>
            <a:endParaRPr lang="zh-TW" altLang="en-US" sz="2600" b="1" dirty="0">
              <a:solidFill>
                <a:srgbClr val="29AE9D"/>
              </a:solidFill>
              <a:latin typeface="Calibri"/>
              <a:ea typeface="微軟正黑體"/>
            </a:endParaRPr>
          </a:p>
          <a:p>
            <a:pPr>
              <a:lnSpc>
                <a:spcPct val="115000"/>
              </a:lnSpc>
              <a:spcAft>
                <a:spcPts val="200"/>
              </a:spcAft>
              <a:defRPr sz="2000" b="0">
                <a:solidFill>
                  <a:srgbClr val="646464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本月無新增</a:t>
            </a:r>
            <a:r>
              <a:rPr dirty="0"/>
              <a:t> DD-NSD </a:t>
            </a:r>
            <a:r>
              <a:rPr dirty="0" err="1"/>
              <a:t>相關次月規劃項目</a:t>
            </a:r>
            <a:r>
              <a:rPr dirty="0"/>
              <a:t>。</a:t>
            </a:r>
            <a:endParaRPr lang="en-US" dirty="0"/>
          </a:p>
          <a:p>
            <a:pPr>
              <a:lnSpc>
                <a:spcPct val="115000"/>
              </a:lnSpc>
              <a:spcAft>
                <a:spcPts val="200"/>
              </a:spcAft>
              <a:defRPr sz="2000" b="0">
                <a:solidFill>
                  <a:srgbClr val="646464"/>
                </a:solidFill>
                <a:latin typeface="Microsoft JhengHei"/>
              </a:defRPr>
            </a:pPr>
            <a:endParaRPr dirty="0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70FB216A-A654-46C2-874E-7496D04868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zh-TW" altLang="en-US">
                <a:ea typeface="微軟正黑體"/>
              </a:rPr>
              <a:t>本</a:t>
            </a:r>
            <a:r>
              <a:rPr lang="zh-TW" altLang="en-US" b="1">
                <a:ea typeface="微軟正黑體"/>
              </a:rPr>
              <a:t>月執行項目</a:t>
            </a:r>
            <a:r>
              <a:rPr lang="zh-TW" altLang="en-US">
                <a:ea typeface="微軟正黑體"/>
              </a:rPr>
              <a:t>-</a:t>
            </a:r>
            <a:r>
              <a:rPr lang="en-US" altLang="zh-TW">
                <a:ea typeface="微軟正黑體"/>
              </a:rPr>
              <a:t>Gary</a:t>
            </a:r>
            <a:endParaRPr lang="zh-TW" altLang="en-US" b="1">
              <a:ea typeface="微軟正黑體" pitchFamily="34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DADD78E-6480-6CC7-2F94-8309B1174C0F}"/>
              </a:ext>
            </a:extLst>
          </p:cNvPr>
          <p:cNvSpPr/>
          <p:nvPr/>
        </p:nvSpPr>
        <p:spPr>
          <a:xfrm>
            <a:off x="406400" y="1574800"/>
            <a:ext cx="63500" cy="896698"/>
          </a:xfrm>
          <a:prstGeom prst="rect">
            <a:avLst/>
          </a:prstGeom>
          <a:solidFill>
            <a:srgbClr val="29AE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AB1E388-4F85-A9F3-380E-7F9A7A0A77A8}"/>
              </a:ext>
            </a:extLst>
          </p:cNvPr>
          <p:cNvSpPr/>
          <p:nvPr/>
        </p:nvSpPr>
        <p:spPr>
          <a:xfrm>
            <a:off x="406400" y="3571397"/>
            <a:ext cx="63500" cy="896698"/>
          </a:xfrm>
          <a:prstGeom prst="rect">
            <a:avLst/>
          </a:prstGeom>
          <a:solidFill>
            <a:srgbClr val="29AE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7063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 txBox="1">
            <a:spLocks/>
          </p:cNvSpPr>
          <p:nvPr/>
        </p:nvSpPr>
        <p:spPr>
          <a:xfrm>
            <a:off x="1524000" y="427038"/>
            <a:ext cx="9144000" cy="6256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algn="ctr">
              <a:spcBef>
                <a:spcPct val="0"/>
              </a:spcBef>
              <a:defRPr/>
            </a:pPr>
            <a:endParaRPr lang="zh-TW" altLang="en-US" sz="4400" b="1" dirty="0">
              <a:latin typeface="微軟正黑體" pitchFamily="34" charset="-120"/>
              <a:ea typeface="微軟正黑體" pitchFamily="34" charset="-120"/>
              <a:cs typeface="+mj-cs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AC08829-1FBC-5113-ED78-1B20266F08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執行瓶頸及須協調事項</a:t>
            </a:r>
            <a:br>
              <a:rPr lang="zh-TW" altLang="en-US" dirty="0">
                <a:latin typeface="微軟正黑體" pitchFamily="34" charset="-120"/>
                <a:ea typeface="微軟正黑體" pitchFamily="34" charset="-120"/>
              </a:rPr>
            </a:b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8580D7-1138-1B30-1267-57AC187E7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9521" y="1708314"/>
            <a:ext cx="10528136" cy="1986231"/>
          </a:xfrm>
        </p:spPr>
        <p:txBody>
          <a:bodyPr>
            <a:normAutofit/>
          </a:bodyPr>
          <a:lstStyle/>
          <a:p>
            <a:r>
              <a:rPr lang="en-US" altLang="zh-TW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N/A</a:t>
            </a:r>
            <a:endParaRPr lang="en-US" altLang="zh-TW" b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DE3BB2-A781-5E94-76FB-48B324AD40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sz="5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ACalibri (本文)"/>
              </a:rPr>
              <a:t>THANK YOU</a:t>
            </a:r>
            <a:endParaRPr lang="zh-TW" altLang="en-US" sz="5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HACalibri (本文)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AFE0289-9366-A523-FAA2-FED85AA710AF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367463"/>
            <a:ext cx="1406525" cy="365125"/>
          </a:xfrm>
        </p:spPr>
        <p:txBody>
          <a:bodyPr/>
          <a:lstStyle/>
          <a:p>
            <a:r>
              <a:t>2026/7/31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948D3F-2449-1AA1-26D0-5287065F273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fld id="{E16BF6D2-2176-46B8-8079-8715483BD4A2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3490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914B0A2-88DE-4D5E-BBD3-E062F4D88391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13b67381-a978-46b5-95fb-cc33284d91c0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787852D47EDCC24A90006A9420FF3ED0" ma:contentTypeVersion="18" ma:contentTypeDescription="建立新的文件。" ma:contentTypeScope="" ma:versionID="0efe646740ce4e51f2689e5f32739235">
  <xsd:schema xmlns:xsd="http://www.w3.org/2001/XMLSchema" xmlns:xs="http://www.w3.org/2001/XMLSchema" xmlns:p="http://schemas.microsoft.com/office/2006/metadata/properties" xmlns:ns2="e8c48f55-a724-46fc-9e70-e06146c08dfe" xmlns:ns3="56119330-9c2c-4e4e-9d19-1f1f024b3000" targetNamespace="http://schemas.microsoft.com/office/2006/metadata/properties" ma:root="true" ma:fieldsID="f98f4c2d397614c2937807b734ea1aed" ns2:_="" ns3:_="">
    <xsd:import namespace="e8c48f55-a724-46fc-9e70-e06146c08dfe"/>
    <xsd:import namespace="56119330-9c2c-4e4e-9d19-1f1f024b300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c48f55-a724-46fc-9e70-e06146c08d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影像標籤" ma:readOnly="false" ma:fieldId="{5cf76f15-5ced-4ddc-b409-7134ff3c332f}" ma:taxonomyMulti="true" ma:sspId="e6fe1c97-7782-453d-afcd-6042c734b31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119330-9c2c-4e4e-9d19-1f1f024b3000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e474e98b-739d-46cc-963a-87d8a1c5bea0}" ma:internalName="TaxCatchAll" ma:showField="CatchAllData" ma:web="56119330-9c2c-4e4e-9d19-1f1f024b300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C51E18D-2773-4162-9914-8841E7CBE1F1}">
  <ds:schemaRefs>
    <ds:schemaRef ds:uri="56119330-9c2c-4e4e-9d19-1f1f024b3000"/>
    <ds:schemaRef ds:uri="e8c48f55-a724-46fc-9e70-e06146c08df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A7E22B9-D971-4C92-B611-09CF70D158C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2005</TotalTime>
  <Words>582</Words>
  <Application>Microsoft Office PowerPoint</Application>
  <PresentationFormat>寬螢幕</PresentationFormat>
  <Paragraphs>78</Paragraphs>
  <Slides>13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2" baseType="lpstr">
      <vt:lpstr>Mukta Regular</vt:lpstr>
      <vt:lpstr>Noto Sans CJK TC Regular</vt:lpstr>
      <vt:lpstr>THACalibri (本文)</vt:lpstr>
      <vt:lpstr>Microsoft JhengHei</vt:lpstr>
      <vt:lpstr>Microsoft JhengHei</vt:lpstr>
      <vt:lpstr>Aptos</vt:lpstr>
      <vt:lpstr>Arial</vt:lpstr>
      <vt:lpstr>Calibri</vt:lpstr>
      <vt:lpstr>Office 佈景主題</vt:lpstr>
      <vt:lpstr>Ragic / KM / Flow Project Task Force Meeting  </vt:lpstr>
      <vt:lpstr>上月執行項目-Gary</vt:lpstr>
      <vt:lpstr>上月執行項目-Gary</vt:lpstr>
      <vt:lpstr>上月執行項目-Gary</vt:lpstr>
      <vt:lpstr>上月執行項目-Gary</vt:lpstr>
      <vt:lpstr>上月執行項目-Gary</vt:lpstr>
      <vt:lpstr>上月執行項目-Gary</vt:lpstr>
      <vt:lpstr>上月執行項目-Gary</vt:lpstr>
      <vt:lpstr>上月執行項目-Gary</vt:lpstr>
      <vt:lpstr>次月執行項目-Gary</vt:lpstr>
      <vt:lpstr>本月執行項目-Gary</vt:lpstr>
      <vt:lpstr>執行瓶頸及須協調事項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KAI-HUA TSAI</dc:creator>
  <cp:lastModifiedBy>Gary Tzeng 曾文信</cp:lastModifiedBy>
  <cp:revision>8</cp:revision>
  <cp:lastPrinted>2025-05-07T06:48:54Z</cp:lastPrinted>
  <dcterms:created xsi:type="dcterms:W3CDTF">2024-06-12T02:22:16Z</dcterms:created>
  <dcterms:modified xsi:type="dcterms:W3CDTF">2026-08-05T08:05:10Z</dcterms:modified>
</cp:coreProperties>
</file>